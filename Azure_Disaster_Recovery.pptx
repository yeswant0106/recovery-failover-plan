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9" d="100"/>
          <a:sy n="109" d="100"/>
        </p:scale>
        <p:origin x="80" y="4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3.svg"/><Relationship Id="rId5" Type="http://schemas.openxmlformats.org/officeDocument/2006/relationships/image" Target="../media/image8.svg"/><Relationship Id="rId4" Type="http://schemas.openxmlformats.org/officeDocument/2006/relationships/image" Target="../media/image2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image" Target="../media/image9.svg"/><Relationship Id="rId4" Type="http://schemas.openxmlformats.org/officeDocument/2006/relationships/image" Target="../media/image12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3.svg"/><Relationship Id="rId1" Type="http://schemas.openxmlformats.org/officeDocument/2006/relationships/image" Target="../media/image2.svg"/><Relationship Id="rId4" Type="http://schemas.openxmlformats.org/officeDocument/2006/relationships/image" Target="../media/image12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2.svg"/><Relationship Id="rId1" Type="http://schemas.openxmlformats.org/officeDocument/2006/relationships/image" Target="../media/image14.svg"/><Relationship Id="rId5" Type="http://schemas.openxmlformats.org/officeDocument/2006/relationships/image" Target="../media/image16.svg"/><Relationship Id="rId4" Type="http://schemas.openxmlformats.org/officeDocument/2006/relationships/image" Target="../media/image3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18.svg"/><Relationship Id="rId1" Type="http://schemas.openxmlformats.org/officeDocument/2006/relationships/image" Target="../media/image17.svg"/><Relationship Id="rId4" Type="http://schemas.openxmlformats.org/officeDocument/2006/relationships/image" Target="../media/image12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3.svg"/><Relationship Id="rId5" Type="http://schemas.openxmlformats.org/officeDocument/2006/relationships/image" Target="../media/image8.svg"/><Relationship Id="rId4" Type="http://schemas.openxmlformats.org/officeDocument/2006/relationships/image" Target="../media/image2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image" Target="../media/image9.svg"/><Relationship Id="rId4" Type="http://schemas.openxmlformats.org/officeDocument/2006/relationships/image" Target="../media/image12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3.svg"/><Relationship Id="rId1" Type="http://schemas.openxmlformats.org/officeDocument/2006/relationships/image" Target="../media/image2.svg"/><Relationship Id="rId4" Type="http://schemas.openxmlformats.org/officeDocument/2006/relationships/image" Target="../media/image12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2.svg"/><Relationship Id="rId1" Type="http://schemas.openxmlformats.org/officeDocument/2006/relationships/image" Target="../media/image14.svg"/><Relationship Id="rId5" Type="http://schemas.openxmlformats.org/officeDocument/2006/relationships/image" Target="../media/image16.svg"/><Relationship Id="rId4" Type="http://schemas.openxmlformats.org/officeDocument/2006/relationships/image" Target="../media/image3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18.svg"/><Relationship Id="rId1" Type="http://schemas.openxmlformats.org/officeDocument/2006/relationships/image" Target="../media/image17.svg"/><Relationship Id="rId4" Type="http://schemas.openxmlformats.org/officeDocument/2006/relationships/image" Target="../media/image1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#8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#10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#14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#18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#2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FB5A1C1-6068-4DED-8FD8-5C92A69ACCAF}" type="doc">
      <dgm:prSet loTypeId="urn:microsoft.com/office/officeart/2018/2/layout/IconLabelList" loCatId="icon" qsTypeId="urn:microsoft.com/office/officeart/2005/8/quickstyle/simple1#1" qsCatId="simple" csTypeId="urn:microsoft.com/office/officeart/2005/8/colors/accent1_2#1" csCatId="accent1" phldr="1"/>
      <dgm:spPr/>
      <dgm:t>
        <a:bodyPr/>
        <a:lstStyle/>
        <a:p>
          <a:endParaRPr lang="en-US"/>
        </a:p>
      </dgm:t>
    </dgm:pt>
    <dgm:pt modelId="{DA4EB598-1B72-4E2A-88C9-EF5F2D0366F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/>
            <a:t>Implements a disaster recovery (DR) solution for a three-tier business application.</a:t>
          </a:r>
          <a:endParaRPr lang="en-US"/>
        </a:p>
      </dgm:t>
    </dgm:pt>
    <dgm:pt modelId="{1849B382-DBF8-4B5B-BAF2-48B66850DFF7}" type="parTrans" cxnId="{98A50781-A0F5-4392-B9DF-22EA6E449883}">
      <dgm:prSet/>
      <dgm:spPr/>
      <dgm:t>
        <a:bodyPr/>
        <a:lstStyle/>
        <a:p>
          <a:endParaRPr lang="en-US"/>
        </a:p>
      </dgm:t>
    </dgm:pt>
    <dgm:pt modelId="{B715275E-D563-41AF-9C18-4EEE6397E227}" type="sibTrans" cxnId="{98A50781-A0F5-4392-B9DF-22EA6E449883}">
      <dgm:prSet/>
      <dgm:spPr/>
      <dgm:t>
        <a:bodyPr/>
        <a:lstStyle/>
        <a:p>
          <a:endParaRPr lang="en-US"/>
        </a:p>
      </dgm:t>
    </dgm:pt>
    <dgm:pt modelId="{8403B5F9-ADE9-4493-AF8B-9FC42EE3FE2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/>
            <a:t>Primary workloads run in an Azure region and are replicated to a secondary Azure region.</a:t>
          </a:r>
          <a:endParaRPr lang="en-US"/>
        </a:p>
      </dgm:t>
    </dgm:pt>
    <dgm:pt modelId="{ED15D289-96F5-45E2-83B8-E78CB9772233}" type="parTrans" cxnId="{16BAB850-D29F-4C2C-9937-6C7803A3F9F4}">
      <dgm:prSet/>
      <dgm:spPr/>
      <dgm:t>
        <a:bodyPr/>
        <a:lstStyle/>
        <a:p>
          <a:endParaRPr lang="en-US"/>
        </a:p>
      </dgm:t>
    </dgm:pt>
    <dgm:pt modelId="{0B282BC1-287C-4CCC-BFA8-7B7FBFB56CEB}" type="sibTrans" cxnId="{16BAB850-D29F-4C2C-9937-6C7803A3F9F4}">
      <dgm:prSet/>
      <dgm:spPr/>
      <dgm:t>
        <a:bodyPr/>
        <a:lstStyle/>
        <a:p>
          <a:endParaRPr lang="en-US"/>
        </a:p>
      </dgm:t>
    </dgm:pt>
    <dgm:pt modelId="{0D4E170A-828D-43A8-AC3A-2833542E19D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/>
            <a:t>Azure Site Recovery (ASR) provides workload protection, replication and failover orchestration.</a:t>
          </a:r>
          <a:endParaRPr lang="en-US"/>
        </a:p>
      </dgm:t>
    </dgm:pt>
    <dgm:pt modelId="{D74C1AB1-B0C5-41D7-99B8-B541A719BDA8}" type="parTrans" cxnId="{F344A81B-72DA-4F6D-A43A-F315188DD0B2}">
      <dgm:prSet/>
      <dgm:spPr/>
      <dgm:t>
        <a:bodyPr/>
        <a:lstStyle/>
        <a:p>
          <a:endParaRPr lang="en-US"/>
        </a:p>
      </dgm:t>
    </dgm:pt>
    <dgm:pt modelId="{7F459EDC-57DC-4A1F-A18E-CA8CB878FDB0}" type="sibTrans" cxnId="{F344A81B-72DA-4F6D-A43A-F315188DD0B2}">
      <dgm:prSet/>
      <dgm:spPr/>
      <dgm:t>
        <a:bodyPr/>
        <a:lstStyle/>
        <a:p>
          <a:endParaRPr lang="en-US"/>
        </a:p>
      </dgm:t>
    </dgm:pt>
    <dgm:pt modelId="{37084DB2-E9C9-482D-97A7-129FFEC3A90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/>
            <a:t>Recovery Services Vault manages configuration, replication, recovery plans and failover operations.</a:t>
          </a:r>
          <a:endParaRPr lang="en-US"/>
        </a:p>
      </dgm:t>
    </dgm:pt>
    <dgm:pt modelId="{D1293D2B-3FD7-4702-B4DA-B927C6736D68}" type="parTrans" cxnId="{5F4850DA-856F-45E6-B4E3-7FE945D117DE}">
      <dgm:prSet/>
      <dgm:spPr/>
      <dgm:t>
        <a:bodyPr/>
        <a:lstStyle/>
        <a:p>
          <a:endParaRPr lang="en-US"/>
        </a:p>
      </dgm:t>
    </dgm:pt>
    <dgm:pt modelId="{25425610-B35E-4305-9CC1-D0DF39F80213}" type="sibTrans" cxnId="{5F4850DA-856F-45E6-B4E3-7FE945D117DE}">
      <dgm:prSet/>
      <dgm:spPr/>
      <dgm:t>
        <a:bodyPr/>
        <a:lstStyle/>
        <a:p>
          <a:endParaRPr lang="en-US"/>
        </a:p>
      </dgm:t>
    </dgm:pt>
    <dgm:pt modelId="{B3B15D92-B780-4D5D-B42B-A47E3AD7C2F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/>
            <a:t>Target Recovery Time Objective (RTO): two hours or less.</a:t>
          </a:r>
          <a:endParaRPr lang="en-US"/>
        </a:p>
      </dgm:t>
    </dgm:pt>
    <dgm:pt modelId="{1BF890B6-EC1B-4AC9-9788-DB2632766156}" type="parTrans" cxnId="{F22AFA57-00E1-4320-85C1-9BE4F41D01C6}">
      <dgm:prSet/>
      <dgm:spPr/>
      <dgm:t>
        <a:bodyPr/>
        <a:lstStyle/>
        <a:p>
          <a:endParaRPr lang="en-US"/>
        </a:p>
      </dgm:t>
    </dgm:pt>
    <dgm:pt modelId="{222104C3-7F76-4796-8497-30A4CBD23564}" type="sibTrans" cxnId="{F22AFA57-00E1-4320-85C1-9BE4F41D01C6}">
      <dgm:prSet/>
      <dgm:spPr/>
      <dgm:t>
        <a:bodyPr/>
        <a:lstStyle/>
        <a:p>
          <a:endParaRPr lang="en-US"/>
        </a:p>
      </dgm:t>
    </dgm:pt>
    <dgm:pt modelId="{60A56446-2DBA-4347-842B-159EB8A63293}" type="pres">
      <dgm:prSet presAssocID="{BFB5A1C1-6068-4DED-8FD8-5C92A69ACCAF}" presName="root" presStyleCnt="0">
        <dgm:presLayoutVars>
          <dgm:dir/>
          <dgm:resizeHandles val="exact"/>
        </dgm:presLayoutVars>
      </dgm:prSet>
      <dgm:spPr/>
    </dgm:pt>
    <dgm:pt modelId="{E8366C3D-8FA8-41DB-994B-B67F654AE132}" type="pres">
      <dgm:prSet presAssocID="{DA4EB598-1B72-4E2A-88C9-EF5F2D0366F9}" presName="compNode" presStyleCnt="0"/>
      <dgm:spPr/>
    </dgm:pt>
    <dgm:pt modelId="{D56878E1-8B93-4396-8287-C7F4EE5C952B}" type="pres">
      <dgm:prSet presAssocID="{DA4EB598-1B72-4E2A-88C9-EF5F2D0366F9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aptain"/>
        </a:ext>
      </dgm:extLst>
    </dgm:pt>
    <dgm:pt modelId="{0F7517B8-8705-4EDD-B255-D25413588FAB}" type="pres">
      <dgm:prSet presAssocID="{DA4EB598-1B72-4E2A-88C9-EF5F2D0366F9}" presName="spaceRect" presStyleCnt="0"/>
      <dgm:spPr/>
    </dgm:pt>
    <dgm:pt modelId="{1CF50534-88C1-4408-B40A-94593D51BB64}" type="pres">
      <dgm:prSet presAssocID="{DA4EB598-1B72-4E2A-88C9-EF5F2D0366F9}" presName="textRect" presStyleLbl="revTx" presStyleIdx="0" presStyleCnt="5">
        <dgm:presLayoutVars>
          <dgm:chMax val="1"/>
          <dgm:chPref val="1"/>
        </dgm:presLayoutVars>
      </dgm:prSet>
      <dgm:spPr/>
    </dgm:pt>
    <dgm:pt modelId="{CC015E88-DA6F-44E8-AD20-4F6BC87FB0F0}" type="pres">
      <dgm:prSet presAssocID="{B715275E-D563-41AF-9C18-4EEE6397E227}" presName="sibTrans" presStyleCnt="0"/>
      <dgm:spPr/>
    </dgm:pt>
    <dgm:pt modelId="{DB9BB917-03D0-4C18-B3B3-B98054680CFF}" type="pres">
      <dgm:prSet presAssocID="{8403B5F9-ADE9-4493-AF8B-9FC42EE3FE20}" presName="compNode" presStyleCnt="0"/>
      <dgm:spPr/>
    </dgm:pt>
    <dgm:pt modelId="{D90B5BE3-2F13-4C51-A4E5-A201530C0184}" type="pres">
      <dgm:prSet presAssocID="{8403B5F9-ADE9-4493-AF8B-9FC42EE3FE20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oud"/>
        </a:ext>
      </dgm:extLst>
    </dgm:pt>
    <dgm:pt modelId="{063C7A8B-22CE-4667-919E-7600FFB593DA}" type="pres">
      <dgm:prSet presAssocID="{8403B5F9-ADE9-4493-AF8B-9FC42EE3FE20}" presName="spaceRect" presStyleCnt="0"/>
      <dgm:spPr/>
    </dgm:pt>
    <dgm:pt modelId="{99614314-D465-41FB-8B70-C3C084DBE57B}" type="pres">
      <dgm:prSet presAssocID="{8403B5F9-ADE9-4493-AF8B-9FC42EE3FE20}" presName="textRect" presStyleLbl="revTx" presStyleIdx="1" presStyleCnt="5">
        <dgm:presLayoutVars>
          <dgm:chMax val="1"/>
          <dgm:chPref val="1"/>
        </dgm:presLayoutVars>
      </dgm:prSet>
      <dgm:spPr/>
    </dgm:pt>
    <dgm:pt modelId="{DB91218B-EC38-4DAE-85A7-07174E1F618F}" type="pres">
      <dgm:prSet presAssocID="{0B282BC1-287C-4CCC-BFA8-7B7FBFB56CEB}" presName="sibTrans" presStyleCnt="0"/>
      <dgm:spPr/>
    </dgm:pt>
    <dgm:pt modelId="{6DA656FF-562D-4745-B332-A79897504E90}" type="pres">
      <dgm:prSet presAssocID="{0D4E170A-828D-43A8-AC3A-2833542E19DB}" presName="compNode" presStyleCnt="0"/>
      <dgm:spPr/>
    </dgm:pt>
    <dgm:pt modelId="{F3DF3D34-B11C-440F-8EAA-CC774B05F981}" type="pres">
      <dgm:prSet presAssocID="{0D4E170A-828D-43A8-AC3A-2833542E19DB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CDB76EBF-31C8-412F-B690-5F0B29C61B5A}" type="pres">
      <dgm:prSet presAssocID="{0D4E170A-828D-43A8-AC3A-2833542E19DB}" presName="spaceRect" presStyleCnt="0"/>
      <dgm:spPr/>
    </dgm:pt>
    <dgm:pt modelId="{2B205D59-E94B-4FE7-AFF0-3D4D9DDE4210}" type="pres">
      <dgm:prSet presAssocID="{0D4E170A-828D-43A8-AC3A-2833542E19DB}" presName="textRect" presStyleLbl="revTx" presStyleIdx="2" presStyleCnt="5">
        <dgm:presLayoutVars>
          <dgm:chMax val="1"/>
          <dgm:chPref val="1"/>
        </dgm:presLayoutVars>
      </dgm:prSet>
      <dgm:spPr/>
    </dgm:pt>
    <dgm:pt modelId="{DD3DA3AE-9C48-43F7-A3FB-1F202D39C6D7}" type="pres">
      <dgm:prSet presAssocID="{7F459EDC-57DC-4A1F-A18E-CA8CB878FDB0}" presName="sibTrans" presStyleCnt="0"/>
      <dgm:spPr/>
    </dgm:pt>
    <dgm:pt modelId="{45EAC87B-781D-476D-B2EC-F5F1F60799D9}" type="pres">
      <dgm:prSet presAssocID="{37084DB2-E9C9-482D-97A7-129FFEC3A90C}" presName="compNode" presStyleCnt="0"/>
      <dgm:spPr/>
    </dgm:pt>
    <dgm:pt modelId="{2720E40B-ADBF-40E3-AC16-091E0B607D2C}" type="pres">
      <dgm:prSet presAssocID="{37084DB2-E9C9-482D-97A7-129FFEC3A90C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afe"/>
        </a:ext>
      </dgm:extLst>
    </dgm:pt>
    <dgm:pt modelId="{7A165120-BD98-4A50-BD8A-90E9EAF19169}" type="pres">
      <dgm:prSet presAssocID="{37084DB2-E9C9-482D-97A7-129FFEC3A90C}" presName="spaceRect" presStyleCnt="0"/>
      <dgm:spPr/>
    </dgm:pt>
    <dgm:pt modelId="{0FD0F27F-760A-4D8E-BB2B-BB2A35BEABF3}" type="pres">
      <dgm:prSet presAssocID="{37084DB2-E9C9-482D-97A7-129FFEC3A90C}" presName="textRect" presStyleLbl="revTx" presStyleIdx="3" presStyleCnt="5">
        <dgm:presLayoutVars>
          <dgm:chMax val="1"/>
          <dgm:chPref val="1"/>
        </dgm:presLayoutVars>
      </dgm:prSet>
      <dgm:spPr/>
    </dgm:pt>
    <dgm:pt modelId="{8F49B210-524E-4AB3-A9E0-A1D7B12ABD97}" type="pres">
      <dgm:prSet presAssocID="{25425610-B35E-4305-9CC1-D0DF39F80213}" presName="sibTrans" presStyleCnt="0"/>
      <dgm:spPr/>
    </dgm:pt>
    <dgm:pt modelId="{2EAF47BF-1BC6-4622-87F1-7ED50CA33759}" type="pres">
      <dgm:prSet presAssocID="{B3B15D92-B780-4D5D-B42B-A47E3AD7C2FA}" presName="compNode" presStyleCnt="0"/>
      <dgm:spPr/>
    </dgm:pt>
    <dgm:pt modelId="{ED7C37F9-F8E6-4CAD-85FE-A8837BEAD2E1}" type="pres">
      <dgm:prSet presAssocID="{B3B15D92-B780-4D5D-B42B-A47E3AD7C2FA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Optical disc"/>
        </a:ext>
      </dgm:extLst>
    </dgm:pt>
    <dgm:pt modelId="{D6FA9869-4697-45D8-8750-FA5C68A1BF62}" type="pres">
      <dgm:prSet presAssocID="{B3B15D92-B780-4D5D-B42B-A47E3AD7C2FA}" presName="spaceRect" presStyleCnt="0"/>
      <dgm:spPr/>
    </dgm:pt>
    <dgm:pt modelId="{FFB5D177-6779-43BF-BB79-57DA5B56CDD9}" type="pres">
      <dgm:prSet presAssocID="{B3B15D92-B780-4D5D-B42B-A47E3AD7C2FA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F344A81B-72DA-4F6D-A43A-F315188DD0B2}" srcId="{BFB5A1C1-6068-4DED-8FD8-5C92A69ACCAF}" destId="{0D4E170A-828D-43A8-AC3A-2833542E19DB}" srcOrd="2" destOrd="0" parTransId="{D74C1AB1-B0C5-41D7-99B8-B541A719BDA8}" sibTransId="{7F459EDC-57DC-4A1F-A18E-CA8CB878FDB0}"/>
    <dgm:cxn modelId="{9ED9772E-1312-4F61-BDD6-DA301F9E03ED}" type="presOf" srcId="{B3B15D92-B780-4D5D-B42B-A47E3AD7C2FA}" destId="{FFB5D177-6779-43BF-BB79-57DA5B56CDD9}" srcOrd="0" destOrd="0" presId="urn:microsoft.com/office/officeart/2018/2/layout/IconLabelList"/>
    <dgm:cxn modelId="{5E27E66F-4E27-4EB7-9210-82DF098FCE42}" type="presOf" srcId="{DA4EB598-1B72-4E2A-88C9-EF5F2D0366F9}" destId="{1CF50534-88C1-4408-B40A-94593D51BB64}" srcOrd="0" destOrd="0" presId="urn:microsoft.com/office/officeart/2018/2/layout/IconLabelList"/>
    <dgm:cxn modelId="{16BAB850-D29F-4C2C-9937-6C7803A3F9F4}" srcId="{BFB5A1C1-6068-4DED-8FD8-5C92A69ACCAF}" destId="{8403B5F9-ADE9-4493-AF8B-9FC42EE3FE20}" srcOrd="1" destOrd="0" parTransId="{ED15D289-96F5-45E2-83B8-E78CB9772233}" sibTransId="{0B282BC1-287C-4CCC-BFA8-7B7FBFB56CEB}"/>
    <dgm:cxn modelId="{1DC87672-C2B4-4032-8EB5-42CDADB223D0}" type="presOf" srcId="{8403B5F9-ADE9-4493-AF8B-9FC42EE3FE20}" destId="{99614314-D465-41FB-8B70-C3C084DBE57B}" srcOrd="0" destOrd="0" presId="urn:microsoft.com/office/officeart/2018/2/layout/IconLabelList"/>
    <dgm:cxn modelId="{F22AFA57-00E1-4320-85C1-9BE4F41D01C6}" srcId="{BFB5A1C1-6068-4DED-8FD8-5C92A69ACCAF}" destId="{B3B15D92-B780-4D5D-B42B-A47E3AD7C2FA}" srcOrd="4" destOrd="0" parTransId="{1BF890B6-EC1B-4AC9-9788-DB2632766156}" sibTransId="{222104C3-7F76-4796-8497-30A4CBD23564}"/>
    <dgm:cxn modelId="{98A50781-A0F5-4392-B9DF-22EA6E449883}" srcId="{BFB5A1C1-6068-4DED-8FD8-5C92A69ACCAF}" destId="{DA4EB598-1B72-4E2A-88C9-EF5F2D0366F9}" srcOrd="0" destOrd="0" parTransId="{1849B382-DBF8-4B5B-BAF2-48B66850DFF7}" sibTransId="{B715275E-D563-41AF-9C18-4EEE6397E227}"/>
    <dgm:cxn modelId="{FFBB8AAB-ED78-47B5-9921-61FEB754C2B7}" type="presOf" srcId="{37084DB2-E9C9-482D-97A7-129FFEC3A90C}" destId="{0FD0F27F-760A-4D8E-BB2B-BB2A35BEABF3}" srcOrd="0" destOrd="0" presId="urn:microsoft.com/office/officeart/2018/2/layout/IconLabelList"/>
    <dgm:cxn modelId="{5BF18EC6-8B34-4B41-9F2D-3A3CA368B25E}" type="presOf" srcId="{BFB5A1C1-6068-4DED-8FD8-5C92A69ACCAF}" destId="{60A56446-2DBA-4347-842B-159EB8A63293}" srcOrd="0" destOrd="0" presId="urn:microsoft.com/office/officeart/2018/2/layout/IconLabelList"/>
    <dgm:cxn modelId="{E01EBAD1-CCE9-4528-AE5F-8EC5A632677D}" type="presOf" srcId="{0D4E170A-828D-43A8-AC3A-2833542E19DB}" destId="{2B205D59-E94B-4FE7-AFF0-3D4D9DDE4210}" srcOrd="0" destOrd="0" presId="urn:microsoft.com/office/officeart/2018/2/layout/IconLabelList"/>
    <dgm:cxn modelId="{5F4850DA-856F-45E6-B4E3-7FE945D117DE}" srcId="{BFB5A1C1-6068-4DED-8FD8-5C92A69ACCAF}" destId="{37084DB2-E9C9-482D-97A7-129FFEC3A90C}" srcOrd="3" destOrd="0" parTransId="{D1293D2B-3FD7-4702-B4DA-B927C6736D68}" sibTransId="{25425610-B35E-4305-9CC1-D0DF39F80213}"/>
    <dgm:cxn modelId="{5848935D-A1B3-47B6-BE96-CA1F2C1DD770}" type="presParOf" srcId="{60A56446-2DBA-4347-842B-159EB8A63293}" destId="{E8366C3D-8FA8-41DB-994B-B67F654AE132}" srcOrd="0" destOrd="0" presId="urn:microsoft.com/office/officeart/2018/2/layout/IconLabelList"/>
    <dgm:cxn modelId="{C49E2EF2-7F99-4C05-BB8C-4256A9E2024E}" type="presParOf" srcId="{E8366C3D-8FA8-41DB-994B-B67F654AE132}" destId="{D56878E1-8B93-4396-8287-C7F4EE5C952B}" srcOrd="0" destOrd="0" presId="urn:microsoft.com/office/officeart/2018/2/layout/IconLabelList"/>
    <dgm:cxn modelId="{D896A4E2-9604-4383-99DE-A9EEF59D7344}" type="presParOf" srcId="{E8366C3D-8FA8-41DB-994B-B67F654AE132}" destId="{0F7517B8-8705-4EDD-B255-D25413588FAB}" srcOrd="1" destOrd="0" presId="urn:microsoft.com/office/officeart/2018/2/layout/IconLabelList"/>
    <dgm:cxn modelId="{4AD529FB-8185-4257-B885-FE4E3CE287C0}" type="presParOf" srcId="{E8366C3D-8FA8-41DB-994B-B67F654AE132}" destId="{1CF50534-88C1-4408-B40A-94593D51BB64}" srcOrd="2" destOrd="0" presId="urn:microsoft.com/office/officeart/2018/2/layout/IconLabelList"/>
    <dgm:cxn modelId="{491F6B90-3933-484D-90FB-EBFE10D72276}" type="presParOf" srcId="{60A56446-2DBA-4347-842B-159EB8A63293}" destId="{CC015E88-DA6F-44E8-AD20-4F6BC87FB0F0}" srcOrd="1" destOrd="0" presId="urn:microsoft.com/office/officeart/2018/2/layout/IconLabelList"/>
    <dgm:cxn modelId="{1BD7D4CD-8927-4C80-816D-9FDE1EE99CF4}" type="presParOf" srcId="{60A56446-2DBA-4347-842B-159EB8A63293}" destId="{DB9BB917-03D0-4C18-B3B3-B98054680CFF}" srcOrd="2" destOrd="0" presId="urn:microsoft.com/office/officeart/2018/2/layout/IconLabelList"/>
    <dgm:cxn modelId="{72013795-15F8-4DD5-973B-63A8FC9E6002}" type="presParOf" srcId="{DB9BB917-03D0-4C18-B3B3-B98054680CFF}" destId="{D90B5BE3-2F13-4C51-A4E5-A201530C0184}" srcOrd="0" destOrd="0" presId="urn:microsoft.com/office/officeart/2018/2/layout/IconLabelList"/>
    <dgm:cxn modelId="{987E9443-47FE-444C-BEC7-905CE7BDF95F}" type="presParOf" srcId="{DB9BB917-03D0-4C18-B3B3-B98054680CFF}" destId="{063C7A8B-22CE-4667-919E-7600FFB593DA}" srcOrd="1" destOrd="0" presId="urn:microsoft.com/office/officeart/2018/2/layout/IconLabelList"/>
    <dgm:cxn modelId="{00DB2ED7-8CBE-4D53-B978-5290FA91B5FF}" type="presParOf" srcId="{DB9BB917-03D0-4C18-B3B3-B98054680CFF}" destId="{99614314-D465-41FB-8B70-C3C084DBE57B}" srcOrd="2" destOrd="0" presId="urn:microsoft.com/office/officeart/2018/2/layout/IconLabelList"/>
    <dgm:cxn modelId="{CD035D6D-EBEA-4D40-91F2-70786C0A81E4}" type="presParOf" srcId="{60A56446-2DBA-4347-842B-159EB8A63293}" destId="{DB91218B-EC38-4DAE-85A7-07174E1F618F}" srcOrd="3" destOrd="0" presId="urn:microsoft.com/office/officeart/2018/2/layout/IconLabelList"/>
    <dgm:cxn modelId="{A56F3B50-F157-4201-8A02-D24B2F36E9A3}" type="presParOf" srcId="{60A56446-2DBA-4347-842B-159EB8A63293}" destId="{6DA656FF-562D-4745-B332-A79897504E90}" srcOrd="4" destOrd="0" presId="urn:microsoft.com/office/officeart/2018/2/layout/IconLabelList"/>
    <dgm:cxn modelId="{436003EE-9C4F-44F2-A0BA-E63DA8490708}" type="presParOf" srcId="{6DA656FF-562D-4745-B332-A79897504E90}" destId="{F3DF3D34-B11C-440F-8EAA-CC774B05F981}" srcOrd="0" destOrd="0" presId="urn:microsoft.com/office/officeart/2018/2/layout/IconLabelList"/>
    <dgm:cxn modelId="{BD7EABAD-C720-445B-A95B-E527592BDB22}" type="presParOf" srcId="{6DA656FF-562D-4745-B332-A79897504E90}" destId="{CDB76EBF-31C8-412F-B690-5F0B29C61B5A}" srcOrd="1" destOrd="0" presId="urn:microsoft.com/office/officeart/2018/2/layout/IconLabelList"/>
    <dgm:cxn modelId="{C2E48608-67C1-465B-BDC3-60F57C776120}" type="presParOf" srcId="{6DA656FF-562D-4745-B332-A79897504E90}" destId="{2B205D59-E94B-4FE7-AFF0-3D4D9DDE4210}" srcOrd="2" destOrd="0" presId="urn:microsoft.com/office/officeart/2018/2/layout/IconLabelList"/>
    <dgm:cxn modelId="{9BE1A3AB-30E5-4039-B55B-8B154C4DC2ED}" type="presParOf" srcId="{60A56446-2DBA-4347-842B-159EB8A63293}" destId="{DD3DA3AE-9C48-43F7-A3FB-1F202D39C6D7}" srcOrd="5" destOrd="0" presId="urn:microsoft.com/office/officeart/2018/2/layout/IconLabelList"/>
    <dgm:cxn modelId="{666A5F8C-DE65-4E9C-9A72-E052AECBAEBE}" type="presParOf" srcId="{60A56446-2DBA-4347-842B-159EB8A63293}" destId="{45EAC87B-781D-476D-B2EC-F5F1F60799D9}" srcOrd="6" destOrd="0" presId="urn:microsoft.com/office/officeart/2018/2/layout/IconLabelList"/>
    <dgm:cxn modelId="{C5CBAEF7-CC25-4170-9351-A5899CCF77B9}" type="presParOf" srcId="{45EAC87B-781D-476D-B2EC-F5F1F60799D9}" destId="{2720E40B-ADBF-40E3-AC16-091E0B607D2C}" srcOrd="0" destOrd="0" presId="urn:microsoft.com/office/officeart/2018/2/layout/IconLabelList"/>
    <dgm:cxn modelId="{9F4ECC2C-76A1-4CBF-97F2-8929889F875B}" type="presParOf" srcId="{45EAC87B-781D-476D-B2EC-F5F1F60799D9}" destId="{7A165120-BD98-4A50-BD8A-90E9EAF19169}" srcOrd="1" destOrd="0" presId="urn:microsoft.com/office/officeart/2018/2/layout/IconLabelList"/>
    <dgm:cxn modelId="{25468B2F-6766-483E-980B-98CA71D636FC}" type="presParOf" srcId="{45EAC87B-781D-476D-B2EC-F5F1F60799D9}" destId="{0FD0F27F-760A-4D8E-BB2B-BB2A35BEABF3}" srcOrd="2" destOrd="0" presId="urn:microsoft.com/office/officeart/2018/2/layout/IconLabelList"/>
    <dgm:cxn modelId="{544375D1-C1BE-4575-AE92-154FD8BC4F13}" type="presParOf" srcId="{60A56446-2DBA-4347-842B-159EB8A63293}" destId="{8F49B210-524E-4AB3-A9E0-A1D7B12ABD97}" srcOrd="7" destOrd="0" presId="urn:microsoft.com/office/officeart/2018/2/layout/IconLabelList"/>
    <dgm:cxn modelId="{89DCE1D3-B09A-4705-9411-53C874D1B410}" type="presParOf" srcId="{60A56446-2DBA-4347-842B-159EB8A63293}" destId="{2EAF47BF-1BC6-4622-87F1-7ED50CA33759}" srcOrd="8" destOrd="0" presId="urn:microsoft.com/office/officeart/2018/2/layout/IconLabelList"/>
    <dgm:cxn modelId="{DC3D9D32-7A83-461A-AD74-761075CC3C01}" type="presParOf" srcId="{2EAF47BF-1BC6-4622-87F1-7ED50CA33759}" destId="{ED7C37F9-F8E6-4CAD-85FE-A8837BEAD2E1}" srcOrd="0" destOrd="0" presId="urn:microsoft.com/office/officeart/2018/2/layout/IconLabelList"/>
    <dgm:cxn modelId="{651D1F8D-BFFB-42DF-B8E8-D59AB440ED22}" type="presParOf" srcId="{2EAF47BF-1BC6-4622-87F1-7ED50CA33759}" destId="{D6FA9869-4697-45D8-8750-FA5C68A1BF62}" srcOrd="1" destOrd="0" presId="urn:microsoft.com/office/officeart/2018/2/layout/IconLabelList"/>
    <dgm:cxn modelId="{B3420B40-54CB-494F-81A5-8EA7ADD78518}" type="presParOf" srcId="{2EAF47BF-1BC6-4622-87F1-7ED50CA33759}" destId="{FFB5D177-6779-43BF-BB79-57DA5B56CDD9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A184ADE-3047-479A-83F2-901DCB60F2AC}" type="doc">
      <dgm:prSet loTypeId="urn:microsoft.com/office/officeart/2018/5/layout/IconCircleLabelList" loCatId="icon" qsTypeId="urn:microsoft.com/office/officeart/2005/8/quickstyle/simple1#8" qsCatId="simple" csTypeId="urn:microsoft.com/office/officeart/2005/8/colors/accent1_2#8" csCatId="accent1" phldr="1"/>
      <dgm:spPr/>
      <dgm:t>
        <a:bodyPr/>
        <a:lstStyle/>
        <a:p>
          <a:endParaRPr lang="en-US"/>
        </a:p>
      </dgm:t>
    </dgm:pt>
    <dgm:pt modelId="{EB243D65-E60F-4730-9048-96E36E1084E3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0"/>
            <a:t>Protect the Web, Application and Database tiers using Azure Site Recovery.</a:t>
          </a:r>
          <a:endParaRPr lang="en-US"/>
        </a:p>
      </dgm:t>
    </dgm:pt>
    <dgm:pt modelId="{7401B01E-93C0-40A2-A11B-337F7986DCBE}" type="parTrans" cxnId="{2FF6F437-80B3-48B0-8585-203983243814}">
      <dgm:prSet/>
      <dgm:spPr/>
      <dgm:t>
        <a:bodyPr/>
        <a:lstStyle/>
        <a:p>
          <a:endParaRPr lang="en-US"/>
        </a:p>
      </dgm:t>
    </dgm:pt>
    <dgm:pt modelId="{9AD98944-AE95-4004-BC88-CCB17C30C384}" type="sibTrans" cxnId="{2FF6F437-80B3-48B0-8585-203983243814}">
      <dgm:prSet/>
      <dgm:spPr/>
      <dgm:t>
        <a:bodyPr/>
        <a:lstStyle/>
        <a:p>
          <a:endParaRPr lang="en-US"/>
        </a:p>
      </dgm:t>
    </dgm:pt>
    <dgm:pt modelId="{7A9B8240-434A-4909-B046-558BCCE98529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0"/>
            <a:t>Continuously replicate protected Azure VM workloads to a secondary region.</a:t>
          </a:r>
          <a:endParaRPr lang="en-US"/>
        </a:p>
      </dgm:t>
    </dgm:pt>
    <dgm:pt modelId="{001563C3-42F2-42E6-BB0E-FB232C47D35C}" type="parTrans" cxnId="{C76A59BB-924B-4111-80DC-37BA566220DA}">
      <dgm:prSet/>
      <dgm:spPr/>
      <dgm:t>
        <a:bodyPr/>
        <a:lstStyle/>
        <a:p>
          <a:endParaRPr lang="en-US"/>
        </a:p>
      </dgm:t>
    </dgm:pt>
    <dgm:pt modelId="{131A374E-910B-4011-805C-85EEDD8CE151}" type="sibTrans" cxnId="{C76A59BB-924B-4111-80DC-37BA566220DA}">
      <dgm:prSet/>
      <dgm:spPr/>
      <dgm:t>
        <a:bodyPr/>
        <a:lstStyle/>
        <a:p>
          <a:endParaRPr lang="en-US"/>
        </a:p>
      </dgm:t>
    </dgm:pt>
    <dgm:pt modelId="{EE45ABA2-6CAA-4BF5-BC14-AEB8CAADE30A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0"/>
            <a:t>Coordinate recovery through a dependency-aware Recovery Plan.</a:t>
          </a:r>
          <a:endParaRPr lang="en-US"/>
        </a:p>
      </dgm:t>
    </dgm:pt>
    <dgm:pt modelId="{6426EB8E-5DE6-49FC-B390-792C422B593E}" type="parTrans" cxnId="{A9143DCB-2C17-41E4-BE50-FD5F87C8BC8E}">
      <dgm:prSet/>
      <dgm:spPr/>
      <dgm:t>
        <a:bodyPr/>
        <a:lstStyle/>
        <a:p>
          <a:endParaRPr lang="en-US"/>
        </a:p>
      </dgm:t>
    </dgm:pt>
    <dgm:pt modelId="{34C6032A-23E5-4C9D-BF5E-6B21775EC5B2}" type="sibTrans" cxnId="{A9143DCB-2C17-41E4-BE50-FD5F87C8BC8E}">
      <dgm:prSet/>
      <dgm:spPr/>
      <dgm:t>
        <a:bodyPr/>
        <a:lstStyle/>
        <a:p>
          <a:endParaRPr lang="en-US"/>
        </a:p>
      </dgm:t>
    </dgm:pt>
    <dgm:pt modelId="{CF5ED451-30F8-455F-9AF4-A15C532F5E1D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0"/>
            <a:t>Validate recovery using Azure Site Recovery Test Failover.</a:t>
          </a:r>
          <a:endParaRPr lang="en-US"/>
        </a:p>
      </dgm:t>
    </dgm:pt>
    <dgm:pt modelId="{736B05E9-0B11-4944-9A84-50E58CC8D4F8}" type="parTrans" cxnId="{1038DC20-69F9-4D30-9D13-06BF293AE98C}">
      <dgm:prSet/>
      <dgm:spPr/>
      <dgm:t>
        <a:bodyPr/>
        <a:lstStyle/>
        <a:p>
          <a:endParaRPr lang="en-US"/>
        </a:p>
      </dgm:t>
    </dgm:pt>
    <dgm:pt modelId="{93A495F2-486A-41B9-90DD-C22F93561196}" type="sibTrans" cxnId="{1038DC20-69F9-4D30-9D13-06BF293AE98C}">
      <dgm:prSet/>
      <dgm:spPr/>
      <dgm:t>
        <a:bodyPr/>
        <a:lstStyle/>
        <a:p>
          <a:endParaRPr lang="en-US"/>
        </a:p>
      </dgm:t>
    </dgm:pt>
    <dgm:pt modelId="{F702317E-340B-4F03-991A-07BD7BA2980C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0"/>
            <a:t>Design the solution to achieve an RTO of two hours or less.</a:t>
          </a:r>
          <a:endParaRPr lang="en-US"/>
        </a:p>
      </dgm:t>
    </dgm:pt>
    <dgm:pt modelId="{45B2918F-5EB1-4156-939C-7032477C2C1D}" type="parTrans" cxnId="{6EE81674-DA61-4684-B44A-099B0DBA1C63}">
      <dgm:prSet/>
      <dgm:spPr/>
      <dgm:t>
        <a:bodyPr/>
        <a:lstStyle/>
        <a:p>
          <a:endParaRPr lang="en-US"/>
        </a:p>
      </dgm:t>
    </dgm:pt>
    <dgm:pt modelId="{BEA5C821-B8BF-430F-BC70-467994FAA39B}" type="sibTrans" cxnId="{6EE81674-DA61-4684-B44A-099B0DBA1C63}">
      <dgm:prSet/>
      <dgm:spPr/>
      <dgm:t>
        <a:bodyPr/>
        <a:lstStyle/>
        <a:p>
          <a:endParaRPr lang="en-US"/>
        </a:p>
      </dgm:t>
    </dgm:pt>
    <dgm:pt modelId="{CFBC9535-B058-422D-999B-D4D6DD9E1EB8}" type="pres">
      <dgm:prSet presAssocID="{AA184ADE-3047-479A-83F2-901DCB60F2AC}" presName="root" presStyleCnt="0">
        <dgm:presLayoutVars>
          <dgm:dir/>
          <dgm:resizeHandles val="exact"/>
        </dgm:presLayoutVars>
      </dgm:prSet>
      <dgm:spPr/>
    </dgm:pt>
    <dgm:pt modelId="{7767C1BF-F133-4981-8535-66201A2F2861}" type="pres">
      <dgm:prSet presAssocID="{EB243D65-E60F-4730-9048-96E36E1084E3}" presName="compNode" presStyleCnt="0"/>
      <dgm:spPr/>
    </dgm:pt>
    <dgm:pt modelId="{EFF570F7-3727-4430-A45D-934531766312}" type="pres">
      <dgm:prSet presAssocID="{EB243D65-E60F-4730-9048-96E36E1084E3}" presName="iconBgRect" presStyleLbl="bgShp" presStyleIdx="0" presStyleCnt="5"/>
      <dgm:spPr/>
    </dgm:pt>
    <dgm:pt modelId="{55252D7A-DC62-486A-9C3D-7E059C68AA38}" type="pres">
      <dgm:prSet presAssocID="{EB243D65-E60F-4730-9048-96E36E1084E3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60CD8648-FCE7-4F1F-8CCB-661005ABCEFF}" type="pres">
      <dgm:prSet presAssocID="{EB243D65-E60F-4730-9048-96E36E1084E3}" presName="spaceRect" presStyleCnt="0"/>
      <dgm:spPr/>
    </dgm:pt>
    <dgm:pt modelId="{2F1A74D6-8424-4287-B734-FEFE3D0018BC}" type="pres">
      <dgm:prSet presAssocID="{EB243D65-E60F-4730-9048-96E36E1084E3}" presName="textRect" presStyleLbl="revTx" presStyleIdx="0" presStyleCnt="5">
        <dgm:presLayoutVars>
          <dgm:chMax val="1"/>
          <dgm:chPref val="1"/>
        </dgm:presLayoutVars>
      </dgm:prSet>
      <dgm:spPr/>
    </dgm:pt>
    <dgm:pt modelId="{01A790B3-4B19-47F1-B46A-2EBD74F114B2}" type="pres">
      <dgm:prSet presAssocID="{9AD98944-AE95-4004-BC88-CCB17C30C384}" presName="sibTrans" presStyleCnt="0"/>
      <dgm:spPr/>
    </dgm:pt>
    <dgm:pt modelId="{4CCCF9EE-ECF5-4E7E-BC6D-A72EE7B8986E}" type="pres">
      <dgm:prSet presAssocID="{7A9B8240-434A-4909-B046-558BCCE98529}" presName="compNode" presStyleCnt="0"/>
      <dgm:spPr/>
    </dgm:pt>
    <dgm:pt modelId="{AD5D1D70-572D-4C6E-9392-E231EEB24A01}" type="pres">
      <dgm:prSet presAssocID="{7A9B8240-434A-4909-B046-558BCCE98529}" presName="iconBgRect" presStyleLbl="bgShp" presStyleIdx="1" presStyleCnt="5"/>
      <dgm:spPr/>
    </dgm:pt>
    <dgm:pt modelId="{D7508C5A-759A-4A73-97E6-AB9D78C2B686}" type="pres">
      <dgm:prSet presAssocID="{7A9B8240-434A-4909-B046-558BCCE98529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52B74476-1215-45CA-8D0B-EF2B01E3AE85}" type="pres">
      <dgm:prSet presAssocID="{7A9B8240-434A-4909-B046-558BCCE98529}" presName="spaceRect" presStyleCnt="0"/>
      <dgm:spPr/>
    </dgm:pt>
    <dgm:pt modelId="{B14E820C-C8AD-494E-A9BF-392F071851D8}" type="pres">
      <dgm:prSet presAssocID="{7A9B8240-434A-4909-B046-558BCCE98529}" presName="textRect" presStyleLbl="revTx" presStyleIdx="1" presStyleCnt="5">
        <dgm:presLayoutVars>
          <dgm:chMax val="1"/>
          <dgm:chPref val="1"/>
        </dgm:presLayoutVars>
      </dgm:prSet>
      <dgm:spPr/>
    </dgm:pt>
    <dgm:pt modelId="{41C2ACC8-416D-4220-9C63-E9F108F602EA}" type="pres">
      <dgm:prSet presAssocID="{131A374E-910B-4011-805C-85EEDD8CE151}" presName="sibTrans" presStyleCnt="0"/>
      <dgm:spPr/>
    </dgm:pt>
    <dgm:pt modelId="{1912C37E-88FE-4296-A30D-CEEAC0A796A2}" type="pres">
      <dgm:prSet presAssocID="{EE45ABA2-6CAA-4BF5-BC14-AEB8CAADE30A}" presName="compNode" presStyleCnt="0"/>
      <dgm:spPr/>
    </dgm:pt>
    <dgm:pt modelId="{41AF7BD1-259A-493A-838E-48C309600545}" type="pres">
      <dgm:prSet presAssocID="{EE45ABA2-6CAA-4BF5-BC14-AEB8CAADE30A}" presName="iconBgRect" presStyleLbl="bgShp" presStyleIdx="2" presStyleCnt="5"/>
      <dgm:spPr/>
    </dgm:pt>
    <dgm:pt modelId="{D5A04249-59B5-4A50-80D3-1EF2B451CC02}" type="pres">
      <dgm:prSet presAssocID="{EE45ABA2-6CAA-4BF5-BC14-AEB8CAADE30A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rrow Circle"/>
        </a:ext>
      </dgm:extLst>
    </dgm:pt>
    <dgm:pt modelId="{23D08AC3-45F4-4316-9A78-3A21C146BF15}" type="pres">
      <dgm:prSet presAssocID="{EE45ABA2-6CAA-4BF5-BC14-AEB8CAADE30A}" presName="spaceRect" presStyleCnt="0"/>
      <dgm:spPr/>
    </dgm:pt>
    <dgm:pt modelId="{04F4EA07-FC0F-4ACB-ABD7-C46C7C4407D4}" type="pres">
      <dgm:prSet presAssocID="{EE45ABA2-6CAA-4BF5-BC14-AEB8CAADE30A}" presName="textRect" presStyleLbl="revTx" presStyleIdx="2" presStyleCnt="5">
        <dgm:presLayoutVars>
          <dgm:chMax val="1"/>
          <dgm:chPref val="1"/>
        </dgm:presLayoutVars>
      </dgm:prSet>
      <dgm:spPr/>
    </dgm:pt>
    <dgm:pt modelId="{0A3C8DC9-6F33-4BCD-8A02-D31A60D48538}" type="pres">
      <dgm:prSet presAssocID="{34C6032A-23E5-4C9D-BF5E-6B21775EC5B2}" presName="sibTrans" presStyleCnt="0"/>
      <dgm:spPr/>
    </dgm:pt>
    <dgm:pt modelId="{207F2A68-EE16-4862-A355-6278A9B4ED85}" type="pres">
      <dgm:prSet presAssocID="{CF5ED451-30F8-455F-9AF4-A15C532F5E1D}" presName="compNode" presStyleCnt="0"/>
      <dgm:spPr/>
    </dgm:pt>
    <dgm:pt modelId="{FECC3F8D-D90E-40EF-B2B0-8D46B40F8E55}" type="pres">
      <dgm:prSet presAssocID="{CF5ED451-30F8-455F-9AF4-A15C532F5E1D}" presName="iconBgRect" presStyleLbl="bgShp" presStyleIdx="3" presStyleCnt="5"/>
      <dgm:spPr/>
    </dgm:pt>
    <dgm:pt modelId="{BD1291AB-0297-4D7A-A309-0071999F7954}" type="pres">
      <dgm:prSet presAssocID="{CF5ED451-30F8-455F-9AF4-A15C532F5E1D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oud"/>
        </a:ext>
      </dgm:extLst>
    </dgm:pt>
    <dgm:pt modelId="{8270C343-86E1-4C1C-9D38-FFE08C4AC755}" type="pres">
      <dgm:prSet presAssocID="{CF5ED451-30F8-455F-9AF4-A15C532F5E1D}" presName="spaceRect" presStyleCnt="0"/>
      <dgm:spPr/>
    </dgm:pt>
    <dgm:pt modelId="{24BACA8B-950A-42A6-8AE7-51CBA478D593}" type="pres">
      <dgm:prSet presAssocID="{CF5ED451-30F8-455F-9AF4-A15C532F5E1D}" presName="textRect" presStyleLbl="revTx" presStyleIdx="3" presStyleCnt="5">
        <dgm:presLayoutVars>
          <dgm:chMax val="1"/>
          <dgm:chPref val="1"/>
        </dgm:presLayoutVars>
      </dgm:prSet>
      <dgm:spPr/>
    </dgm:pt>
    <dgm:pt modelId="{3B35F2DD-0E26-4894-8D5E-D9E679AE87A7}" type="pres">
      <dgm:prSet presAssocID="{93A495F2-486A-41B9-90DD-C22F93561196}" presName="sibTrans" presStyleCnt="0"/>
      <dgm:spPr/>
    </dgm:pt>
    <dgm:pt modelId="{17618328-3D04-4431-A4CB-27ECB9825DB8}" type="pres">
      <dgm:prSet presAssocID="{F702317E-340B-4F03-991A-07BD7BA2980C}" presName="compNode" presStyleCnt="0"/>
      <dgm:spPr/>
    </dgm:pt>
    <dgm:pt modelId="{67D3B4DD-0ABF-4D3A-99DB-57A84E2AC4A3}" type="pres">
      <dgm:prSet presAssocID="{F702317E-340B-4F03-991A-07BD7BA2980C}" presName="iconBgRect" presStyleLbl="bgShp" presStyleIdx="4" presStyleCnt="5"/>
      <dgm:spPr/>
    </dgm:pt>
    <dgm:pt modelId="{E071D86E-4292-4256-B90D-FBEA180C4218}" type="pres">
      <dgm:prSet presAssocID="{F702317E-340B-4F03-991A-07BD7BA2980C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uler"/>
        </a:ext>
      </dgm:extLst>
    </dgm:pt>
    <dgm:pt modelId="{9031A3AB-FC18-4CFF-AA14-ACD452BED4E5}" type="pres">
      <dgm:prSet presAssocID="{F702317E-340B-4F03-991A-07BD7BA2980C}" presName="spaceRect" presStyleCnt="0"/>
      <dgm:spPr/>
    </dgm:pt>
    <dgm:pt modelId="{55EC330A-B347-49AF-8090-ED3BE92243A2}" type="pres">
      <dgm:prSet presAssocID="{F702317E-340B-4F03-991A-07BD7BA2980C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5E17DA05-E1E6-40AD-8B9F-B10D1CF9474F}" type="presOf" srcId="{CF5ED451-30F8-455F-9AF4-A15C532F5E1D}" destId="{24BACA8B-950A-42A6-8AE7-51CBA478D593}" srcOrd="0" destOrd="0" presId="urn:microsoft.com/office/officeart/2018/5/layout/IconCircleLabelList"/>
    <dgm:cxn modelId="{1038DC20-69F9-4D30-9D13-06BF293AE98C}" srcId="{AA184ADE-3047-479A-83F2-901DCB60F2AC}" destId="{CF5ED451-30F8-455F-9AF4-A15C532F5E1D}" srcOrd="3" destOrd="0" parTransId="{736B05E9-0B11-4944-9A84-50E58CC8D4F8}" sibTransId="{93A495F2-486A-41B9-90DD-C22F93561196}"/>
    <dgm:cxn modelId="{12461032-79F6-418D-A169-45EA33BDDA3F}" type="presOf" srcId="{AA184ADE-3047-479A-83F2-901DCB60F2AC}" destId="{CFBC9535-B058-422D-999B-D4D6DD9E1EB8}" srcOrd="0" destOrd="0" presId="urn:microsoft.com/office/officeart/2018/5/layout/IconCircleLabelList"/>
    <dgm:cxn modelId="{2FF6F437-80B3-48B0-8585-203983243814}" srcId="{AA184ADE-3047-479A-83F2-901DCB60F2AC}" destId="{EB243D65-E60F-4730-9048-96E36E1084E3}" srcOrd="0" destOrd="0" parTransId="{7401B01E-93C0-40A2-A11B-337F7986DCBE}" sibTransId="{9AD98944-AE95-4004-BC88-CCB17C30C384}"/>
    <dgm:cxn modelId="{71ED7E5B-DC7C-4A37-A408-F1C0755F20E7}" type="presOf" srcId="{EB243D65-E60F-4730-9048-96E36E1084E3}" destId="{2F1A74D6-8424-4287-B734-FEFE3D0018BC}" srcOrd="0" destOrd="0" presId="urn:microsoft.com/office/officeart/2018/5/layout/IconCircleLabelList"/>
    <dgm:cxn modelId="{6EE81674-DA61-4684-B44A-099B0DBA1C63}" srcId="{AA184ADE-3047-479A-83F2-901DCB60F2AC}" destId="{F702317E-340B-4F03-991A-07BD7BA2980C}" srcOrd="4" destOrd="0" parTransId="{45B2918F-5EB1-4156-939C-7032477C2C1D}" sibTransId="{BEA5C821-B8BF-430F-BC70-467994FAA39B}"/>
    <dgm:cxn modelId="{2DEE6F87-F137-4AF2-87E0-C7B30B2D50F9}" type="presOf" srcId="{7A9B8240-434A-4909-B046-558BCCE98529}" destId="{B14E820C-C8AD-494E-A9BF-392F071851D8}" srcOrd="0" destOrd="0" presId="urn:microsoft.com/office/officeart/2018/5/layout/IconCircleLabelList"/>
    <dgm:cxn modelId="{4A670588-2016-4F71-949F-0D70472E37F6}" type="presOf" srcId="{EE45ABA2-6CAA-4BF5-BC14-AEB8CAADE30A}" destId="{04F4EA07-FC0F-4ACB-ABD7-C46C7C4407D4}" srcOrd="0" destOrd="0" presId="urn:microsoft.com/office/officeart/2018/5/layout/IconCircleLabelList"/>
    <dgm:cxn modelId="{1D04B190-EDC3-4D50-842C-945837CE8779}" type="presOf" srcId="{F702317E-340B-4F03-991A-07BD7BA2980C}" destId="{55EC330A-B347-49AF-8090-ED3BE92243A2}" srcOrd="0" destOrd="0" presId="urn:microsoft.com/office/officeart/2018/5/layout/IconCircleLabelList"/>
    <dgm:cxn modelId="{C76A59BB-924B-4111-80DC-37BA566220DA}" srcId="{AA184ADE-3047-479A-83F2-901DCB60F2AC}" destId="{7A9B8240-434A-4909-B046-558BCCE98529}" srcOrd="1" destOrd="0" parTransId="{001563C3-42F2-42E6-BB0E-FB232C47D35C}" sibTransId="{131A374E-910B-4011-805C-85EEDD8CE151}"/>
    <dgm:cxn modelId="{A9143DCB-2C17-41E4-BE50-FD5F87C8BC8E}" srcId="{AA184ADE-3047-479A-83F2-901DCB60F2AC}" destId="{EE45ABA2-6CAA-4BF5-BC14-AEB8CAADE30A}" srcOrd="2" destOrd="0" parTransId="{6426EB8E-5DE6-49FC-B390-792C422B593E}" sibTransId="{34C6032A-23E5-4C9D-BF5E-6B21775EC5B2}"/>
    <dgm:cxn modelId="{FBAB8B0B-A472-40CE-814E-0BF7872AD94C}" type="presParOf" srcId="{CFBC9535-B058-422D-999B-D4D6DD9E1EB8}" destId="{7767C1BF-F133-4981-8535-66201A2F2861}" srcOrd="0" destOrd="0" presId="urn:microsoft.com/office/officeart/2018/5/layout/IconCircleLabelList"/>
    <dgm:cxn modelId="{C952FF3B-AF78-45E1-9261-A10B81D38130}" type="presParOf" srcId="{7767C1BF-F133-4981-8535-66201A2F2861}" destId="{EFF570F7-3727-4430-A45D-934531766312}" srcOrd="0" destOrd="0" presId="urn:microsoft.com/office/officeart/2018/5/layout/IconCircleLabelList"/>
    <dgm:cxn modelId="{7D2DC1C1-C65C-4200-910F-21B771AA4612}" type="presParOf" srcId="{7767C1BF-F133-4981-8535-66201A2F2861}" destId="{55252D7A-DC62-486A-9C3D-7E059C68AA38}" srcOrd="1" destOrd="0" presId="urn:microsoft.com/office/officeart/2018/5/layout/IconCircleLabelList"/>
    <dgm:cxn modelId="{2240FE64-A9CE-454B-AB6F-663836EF4D7D}" type="presParOf" srcId="{7767C1BF-F133-4981-8535-66201A2F2861}" destId="{60CD8648-FCE7-4F1F-8CCB-661005ABCEFF}" srcOrd="2" destOrd="0" presId="urn:microsoft.com/office/officeart/2018/5/layout/IconCircleLabelList"/>
    <dgm:cxn modelId="{0EA19270-42D9-4527-B23F-34D7908B993F}" type="presParOf" srcId="{7767C1BF-F133-4981-8535-66201A2F2861}" destId="{2F1A74D6-8424-4287-B734-FEFE3D0018BC}" srcOrd="3" destOrd="0" presId="urn:microsoft.com/office/officeart/2018/5/layout/IconCircleLabelList"/>
    <dgm:cxn modelId="{A45CFFF3-4771-4288-9F69-5B15E2BC3B06}" type="presParOf" srcId="{CFBC9535-B058-422D-999B-D4D6DD9E1EB8}" destId="{01A790B3-4B19-47F1-B46A-2EBD74F114B2}" srcOrd="1" destOrd="0" presId="urn:microsoft.com/office/officeart/2018/5/layout/IconCircleLabelList"/>
    <dgm:cxn modelId="{798CEB0A-A653-4923-AA75-0DC135EE3158}" type="presParOf" srcId="{CFBC9535-B058-422D-999B-D4D6DD9E1EB8}" destId="{4CCCF9EE-ECF5-4E7E-BC6D-A72EE7B8986E}" srcOrd="2" destOrd="0" presId="urn:microsoft.com/office/officeart/2018/5/layout/IconCircleLabelList"/>
    <dgm:cxn modelId="{1010C035-9E72-44B8-A6F9-AAC6EBA0DE72}" type="presParOf" srcId="{4CCCF9EE-ECF5-4E7E-BC6D-A72EE7B8986E}" destId="{AD5D1D70-572D-4C6E-9392-E231EEB24A01}" srcOrd="0" destOrd="0" presId="urn:microsoft.com/office/officeart/2018/5/layout/IconCircleLabelList"/>
    <dgm:cxn modelId="{C525C2BE-128B-468E-9852-BD30B9F3BCBD}" type="presParOf" srcId="{4CCCF9EE-ECF5-4E7E-BC6D-A72EE7B8986E}" destId="{D7508C5A-759A-4A73-97E6-AB9D78C2B686}" srcOrd="1" destOrd="0" presId="urn:microsoft.com/office/officeart/2018/5/layout/IconCircleLabelList"/>
    <dgm:cxn modelId="{E09FDD3A-6810-4006-8AA7-1B02F2382686}" type="presParOf" srcId="{4CCCF9EE-ECF5-4E7E-BC6D-A72EE7B8986E}" destId="{52B74476-1215-45CA-8D0B-EF2B01E3AE85}" srcOrd="2" destOrd="0" presId="urn:microsoft.com/office/officeart/2018/5/layout/IconCircleLabelList"/>
    <dgm:cxn modelId="{287FFBA1-631D-4BB0-8194-322934CDCE7F}" type="presParOf" srcId="{4CCCF9EE-ECF5-4E7E-BC6D-A72EE7B8986E}" destId="{B14E820C-C8AD-494E-A9BF-392F071851D8}" srcOrd="3" destOrd="0" presId="urn:microsoft.com/office/officeart/2018/5/layout/IconCircleLabelList"/>
    <dgm:cxn modelId="{6A26A3D7-DAFD-4F3E-9FC1-04B4DBABF841}" type="presParOf" srcId="{CFBC9535-B058-422D-999B-D4D6DD9E1EB8}" destId="{41C2ACC8-416D-4220-9C63-E9F108F602EA}" srcOrd="3" destOrd="0" presId="urn:microsoft.com/office/officeart/2018/5/layout/IconCircleLabelList"/>
    <dgm:cxn modelId="{53CBE36F-1B72-44C7-903F-0B7B17AD6B4A}" type="presParOf" srcId="{CFBC9535-B058-422D-999B-D4D6DD9E1EB8}" destId="{1912C37E-88FE-4296-A30D-CEEAC0A796A2}" srcOrd="4" destOrd="0" presId="urn:microsoft.com/office/officeart/2018/5/layout/IconCircleLabelList"/>
    <dgm:cxn modelId="{E1847685-BB89-4CB9-B3C7-B671BC2CCBA7}" type="presParOf" srcId="{1912C37E-88FE-4296-A30D-CEEAC0A796A2}" destId="{41AF7BD1-259A-493A-838E-48C309600545}" srcOrd="0" destOrd="0" presId="urn:microsoft.com/office/officeart/2018/5/layout/IconCircleLabelList"/>
    <dgm:cxn modelId="{AD870475-7E95-4B13-926E-B4B97CE97B8F}" type="presParOf" srcId="{1912C37E-88FE-4296-A30D-CEEAC0A796A2}" destId="{D5A04249-59B5-4A50-80D3-1EF2B451CC02}" srcOrd="1" destOrd="0" presId="urn:microsoft.com/office/officeart/2018/5/layout/IconCircleLabelList"/>
    <dgm:cxn modelId="{E8EFB3A6-9104-4CEB-B11F-035A7A5F7113}" type="presParOf" srcId="{1912C37E-88FE-4296-A30D-CEEAC0A796A2}" destId="{23D08AC3-45F4-4316-9A78-3A21C146BF15}" srcOrd="2" destOrd="0" presId="urn:microsoft.com/office/officeart/2018/5/layout/IconCircleLabelList"/>
    <dgm:cxn modelId="{BCD747B5-8882-439C-AEED-9BAF37B665D9}" type="presParOf" srcId="{1912C37E-88FE-4296-A30D-CEEAC0A796A2}" destId="{04F4EA07-FC0F-4ACB-ABD7-C46C7C4407D4}" srcOrd="3" destOrd="0" presId="urn:microsoft.com/office/officeart/2018/5/layout/IconCircleLabelList"/>
    <dgm:cxn modelId="{079BA8D6-E205-407E-83F4-2A126BA95B3C}" type="presParOf" srcId="{CFBC9535-B058-422D-999B-D4D6DD9E1EB8}" destId="{0A3C8DC9-6F33-4BCD-8A02-D31A60D48538}" srcOrd="5" destOrd="0" presId="urn:microsoft.com/office/officeart/2018/5/layout/IconCircleLabelList"/>
    <dgm:cxn modelId="{3FF1AB8E-E785-41B8-A1A4-D79781FD9779}" type="presParOf" srcId="{CFBC9535-B058-422D-999B-D4D6DD9E1EB8}" destId="{207F2A68-EE16-4862-A355-6278A9B4ED85}" srcOrd="6" destOrd="0" presId="urn:microsoft.com/office/officeart/2018/5/layout/IconCircleLabelList"/>
    <dgm:cxn modelId="{D6852C71-98C7-45D2-AE41-FBE328C86F2A}" type="presParOf" srcId="{207F2A68-EE16-4862-A355-6278A9B4ED85}" destId="{FECC3F8D-D90E-40EF-B2B0-8D46B40F8E55}" srcOrd="0" destOrd="0" presId="urn:microsoft.com/office/officeart/2018/5/layout/IconCircleLabelList"/>
    <dgm:cxn modelId="{953FB59A-56B7-47ED-BBD6-1BBB178EA1B8}" type="presParOf" srcId="{207F2A68-EE16-4862-A355-6278A9B4ED85}" destId="{BD1291AB-0297-4D7A-A309-0071999F7954}" srcOrd="1" destOrd="0" presId="urn:microsoft.com/office/officeart/2018/5/layout/IconCircleLabelList"/>
    <dgm:cxn modelId="{ADEF895B-5576-4162-BCF7-49CA78BA89D7}" type="presParOf" srcId="{207F2A68-EE16-4862-A355-6278A9B4ED85}" destId="{8270C343-86E1-4C1C-9D38-FFE08C4AC755}" srcOrd="2" destOrd="0" presId="urn:microsoft.com/office/officeart/2018/5/layout/IconCircleLabelList"/>
    <dgm:cxn modelId="{1D434ACE-644E-445D-9B08-FBC7E958AAC3}" type="presParOf" srcId="{207F2A68-EE16-4862-A355-6278A9B4ED85}" destId="{24BACA8B-950A-42A6-8AE7-51CBA478D593}" srcOrd="3" destOrd="0" presId="urn:microsoft.com/office/officeart/2018/5/layout/IconCircleLabelList"/>
    <dgm:cxn modelId="{BC8F84C3-1A35-4A5A-8BE6-F2F809070DA6}" type="presParOf" srcId="{CFBC9535-B058-422D-999B-D4D6DD9E1EB8}" destId="{3B35F2DD-0E26-4894-8D5E-D9E679AE87A7}" srcOrd="7" destOrd="0" presId="urn:microsoft.com/office/officeart/2018/5/layout/IconCircleLabelList"/>
    <dgm:cxn modelId="{1E8FEF31-0278-44B6-9661-AA2255391937}" type="presParOf" srcId="{CFBC9535-B058-422D-999B-D4D6DD9E1EB8}" destId="{17618328-3D04-4431-A4CB-27ECB9825DB8}" srcOrd="8" destOrd="0" presId="urn:microsoft.com/office/officeart/2018/5/layout/IconCircleLabelList"/>
    <dgm:cxn modelId="{B7EB4703-208E-426B-B170-C236F20C7E32}" type="presParOf" srcId="{17618328-3D04-4431-A4CB-27ECB9825DB8}" destId="{67D3B4DD-0ABF-4D3A-99DB-57A84E2AC4A3}" srcOrd="0" destOrd="0" presId="urn:microsoft.com/office/officeart/2018/5/layout/IconCircleLabelList"/>
    <dgm:cxn modelId="{B865677C-0A8A-4C99-A41E-2603DA2D25DB}" type="presParOf" srcId="{17618328-3D04-4431-A4CB-27ECB9825DB8}" destId="{E071D86E-4292-4256-B90D-FBEA180C4218}" srcOrd="1" destOrd="0" presId="urn:microsoft.com/office/officeart/2018/5/layout/IconCircleLabelList"/>
    <dgm:cxn modelId="{9F7F0CCA-BF9E-4BB4-9C71-8AC5E5F2076F}" type="presParOf" srcId="{17618328-3D04-4431-A4CB-27ECB9825DB8}" destId="{9031A3AB-FC18-4CFF-AA14-ACD452BED4E5}" srcOrd="2" destOrd="0" presId="urn:microsoft.com/office/officeart/2018/5/layout/IconCircleLabelList"/>
    <dgm:cxn modelId="{65BA9DD7-8034-4CF6-AB13-B32EC5C7872F}" type="presParOf" srcId="{17618328-3D04-4431-A4CB-27ECB9825DB8}" destId="{55EC330A-B347-49AF-8090-ED3BE92243A2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B3D08FA-0F75-40C5-B2E3-783EFE54CDA7}" type="doc">
      <dgm:prSet loTypeId="urn:microsoft.com/office/officeart/2018/2/layout/IconCircleList" loCatId="icon" qsTypeId="urn:microsoft.com/office/officeart/2005/8/quickstyle/simple1#10" qsCatId="simple" csTypeId="urn:microsoft.com/office/officeart/2005/8/colors/accent1_2#10" csCatId="accent1" phldr="1"/>
      <dgm:spPr/>
      <dgm:t>
        <a:bodyPr/>
        <a:lstStyle/>
        <a:p>
          <a:endParaRPr lang="en-US"/>
        </a:p>
      </dgm:t>
    </dgm:pt>
    <dgm:pt modelId="{E332DFE5-2DE8-4C6D-B87B-A2EF83F3414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/>
            <a:t>ASR protects the application workloads running on Azure Virtual Machines.</a:t>
          </a:r>
          <a:endParaRPr lang="en-US"/>
        </a:p>
      </dgm:t>
    </dgm:pt>
    <dgm:pt modelId="{D4F1D296-E2B0-4033-B807-91312189C6FA}" type="parTrans" cxnId="{FE10054F-DBDC-4806-AECB-03CB78160794}">
      <dgm:prSet/>
      <dgm:spPr/>
      <dgm:t>
        <a:bodyPr/>
        <a:lstStyle/>
        <a:p>
          <a:endParaRPr lang="en-US"/>
        </a:p>
      </dgm:t>
    </dgm:pt>
    <dgm:pt modelId="{07B88D84-BEF7-44F5-95F8-ECB3EC2E7325}" type="sibTrans" cxnId="{FE10054F-DBDC-4806-AECB-03CB78160794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F97D902F-A226-4689-90E4-7150750BFFE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/>
            <a:t>It continuously replicates protected workloads from the primary region to the secondary region.</a:t>
          </a:r>
          <a:endParaRPr lang="en-US"/>
        </a:p>
      </dgm:t>
    </dgm:pt>
    <dgm:pt modelId="{DF5A842D-F048-478F-A333-554365DFFD41}" type="parTrans" cxnId="{808D6DED-ACFF-42F3-870D-8244430970A9}">
      <dgm:prSet/>
      <dgm:spPr/>
      <dgm:t>
        <a:bodyPr/>
        <a:lstStyle/>
        <a:p>
          <a:endParaRPr lang="en-US"/>
        </a:p>
      </dgm:t>
    </dgm:pt>
    <dgm:pt modelId="{A22E1818-1313-4D8C-A0EE-04EE3AEFF029}" type="sibTrans" cxnId="{808D6DED-ACFF-42F3-870D-8244430970A9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1A67FFD5-0399-4723-B24D-438C59133C3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/>
            <a:t>ASR supports coordinated recovery rather than treating each VM as an isolated workload.</a:t>
          </a:r>
          <a:endParaRPr lang="en-US"/>
        </a:p>
      </dgm:t>
    </dgm:pt>
    <dgm:pt modelId="{31ACDCDF-CEC2-4277-898E-25B8D942840A}" type="parTrans" cxnId="{B996DBD8-4D0B-486F-9D15-074B6A9FA634}">
      <dgm:prSet/>
      <dgm:spPr/>
      <dgm:t>
        <a:bodyPr/>
        <a:lstStyle/>
        <a:p>
          <a:endParaRPr lang="en-US"/>
        </a:p>
      </dgm:t>
    </dgm:pt>
    <dgm:pt modelId="{04A5D2E4-0727-42DD-BF17-DC8144EA4617}" type="sibTrans" cxnId="{B996DBD8-4D0B-486F-9D15-074B6A9FA634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5A670DDF-5FDA-4EED-BB1F-B3395E04CF0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/>
            <a:t>Failover operations are controlled through recovery configuration and Recovery Plans.</a:t>
          </a:r>
          <a:endParaRPr lang="en-US"/>
        </a:p>
      </dgm:t>
    </dgm:pt>
    <dgm:pt modelId="{E14496C2-A58F-422C-967B-8DF3746CF311}" type="parTrans" cxnId="{9122BB2D-9B45-4433-B5CF-925C53D6BB4B}">
      <dgm:prSet/>
      <dgm:spPr/>
      <dgm:t>
        <a:bodyPr/>
        <a:lstStyle/>
        <a:p>
          <a:endParaRPr lang="en-US"/>
        </a:p>
      </dgm:t>
    </dgm:pt>
    <dgm:pt modelId="{BDCD913D-7F7A-4FDE-A389-AEF47C5F62A7}" type="sibTrans" cxnId="{9122BB2D-9B45-4433-B5CF-925C53D6BB4B}">
      <dgm:prSet/>
      <dgm:spPr/>
      <dgm:t>
        <a:bodyPr/>
        <a:lstStyle/>
        <a:p>
          <a:endParaRPr lang="en-US"/>
        </a:p>
      </dgm:t>
    </dgm:pt>
    <dgm:pt modelId="{FDD39DB9-72CA-439D-B4AE-FF8C56793C1B}" type="pres">
      <dgm:prSet presAssocID="{AB3D08FA-0F75-40C5-B2E3-783EFE54CDA7}" presName="root" presStyleCnt="0">
        <dgm:presLayoutVars>
          <dgm:dir/>
          <dgm:resizeHandles val="exact"/>
        </dgm:presLayoutVars>
      </dgm:prSet>
      <dgm:spPr/>
    </dgm:pt>
    <dgm:pt modelId="{8663CCF1-11E1-4140-986C-B0E4A7B54FC9}" type="pres">
      <dgm:prSet presAssocID="{AB3D08FA-0F75-40C5-B2E3-783EFE54CDA7}" presName="container" presStyleCnt="0">
        <dgm:presLayoutVars>
          <dgm:dir/>
          <dgm:resizeHandles val="exact"/>
        </dgm:presLayoutVars>
      </dgm:prSet>
      <dgm:spPr/>
    </dgm:pt>
    <dgm:pt modelId="{B57C5371-449D-4516-8252-9AAE1154EC73}" type="pres">
      <dgm:prSet presAssocID="{E332DFE5-2DE8-4C6D-B87B-A2EF83F3414A}" presName="compNode" presStyleCnt="0"/>
      <dgm:spPr/>
    </dgm:pt>
    <dgm:pt modelId="{FA57E992-B435-4218-BAC2-503FA54BFEF5}" type="pres">
      <dgm:prSet presAssocID="{E332DFE5-2DE8-4C6D-B87B-A2EF83F3414A}" presName="iconBgRect" presStyleLbl="bgShp" presStyleIdx="0" presStyleCnt="4"/>
      <dgm:spPr/>
    </dgm:pt>
    <dgm:pt modelId="{C2991095-1011-4EA6-A22E-59EB999366D9}" type="pres">
      <dgm:prSet presAssocID="{E332DFE5-2DE8-4C6D-B87B-A2EF83F3414A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oud Computing"/>
        </a:ext>
      </dgm:extLst>
    </dgm:pt>
    <dgm:pt modelId="{3CA003C3-B56E-4A90-B110-3655F11DFFBF}" type="pres">
      <dgm:prSet presAssocID="{E332DFE5-2DE8-4C6D-B87B-A2EF83F3414A}" presName="spaceRect" presStyleCnt="0"/>
      <dgm:spPr/>
    </dgm:pt>
    <dgm:pt modelId="{1361E699-42D4-4645-B335-F0069D4394CC}" type="pres">
      <dgm:prSet presAssocID="{E332DFE5-2DE8-4C6D-B87B-A2EF83F3414A}" presName="textRect" presStyleLbl="revTx" presStyleIdx="0" presStyleCnt="4">
        <dgm:presLayoutVars>
          <dgm:chMax val="1"/>
          <dgm:chPref val="1"/>
        </dgm:presLayoutVars>
      </dgm:prSet>
      <dgm:spPr/>
    </dgm:pt>
    <dgm:pt modelId="{334DDAB9-E3BA-4777-9796-7369332EBD56}" type="pres">
      <dgm:prSet presAssocID="{07B88D84-BEF7-44F5-95F8-ECB3EC2E7325}" presName="sibTrans" presStyleLbl="sibTrans2D1" presStyleIdx="0" presStyleCnt="0"/>
      <dgm:spPr/>
    </dgm:pt>
    <dgm:pt modelId="{41A8AC84-9EA8-4472-A641-FCE55B7BA4EF}" type="pres">
      <dgm:prSet presAssocID="{F97D902F-A226-4689-90E4-7150750BFFE7}" presName="compNode" presStyleCnt="0"/>
      <dgm:spPr/>
    </dgm:pt>
    <dgm:pt modelId="{1E4D266F-AD36-4EBD-8AAC-642BAAEBA321}" type="pres">
      <dgm:prSet presAssocID="{F97D902F-A226-4689-90E4-7150750BFFE7}" presName="iconBgRect" presStyleLbl="bgShp" presStyleIdx="1" presStyleCnt="4"/>
      <dgm:spPr/>
    </dgm:pt>
    <dgm:pt modelId="{0208AEF0-BAC7-414B-A5D7-DDB3A3C246D9}" type="pres">
      <dgm:prSet presAssocID="{F97D902F-A226-4689-90E4-7150750BFFE7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4020A51D-0A39-4E9C-AEBD-BD632FB74B98}" type="pres">
      <dgm:prSet presAssocID="{F97D902F-A226-4689-90E4-7150750BFFE7}" presName="spaceRect" presStyleCnt="0"/>
      <dgm:spPr/>
    </dgm:pt>
    <dgm:pt modelId="{AFDD0D82-FA4B-4154-9E77-F53FDD0139C3}" type="pres">
      <dgm:prSet presAssocID="{F97D902F-A226-4689-90E4-7150750BFFE7}" presName="textRect" presStyleLbl="revTx" presStyleIdx="1" presStyleCnt="4">
        <dgm:presLayoutVars>
          <dgm:chMax val="1"/>
          <dgm:chPref val="1"/>
        </dgm:presLayoutVars>
      </dgm:prSet>
      <dgm:spPr/>
    </dgm:pt>
    <dgm:pt modelId="{C477723B-033A-4367-8A4C-93F4E71AA111}" type="pres">
      <dgm:prSet presAssocID="{A22E1818-1313-4D8C-A0EE-04EE3AEFF029}" presName="sibTrans" presStyleLbl="sibTrans2D1" presStyleIdx="0" presStyleCnt="0"/>
      <dgm:spPr/>
    </dgm:pt>
    <dgm:pt modelId="{84C12652-7A40-459B-B24B-C9B478E987FB}" type="pres">
      <dgm:prSet presAssocID="{1A67FFD5-0399-4723-B24D-438C59133C39}" presName="compNode" presStyleCnt="0"/>
      <dgm:spPr/>
    </dgm:pt>
    <dgm:pt modelId="{ECF746E5-6FAD-4EAF-932B-16B090A5148A}" type="pres">
      <dgm:prSet presAssocID="{1A67FFD5-0399-4723-B24D-438C59133C39}" presName="iconBgRect" presStyleLbl="bgShp" presStyleIdx="2" presStyleCnt="4"/>
      <dgm:spPr/>
    </dgm:pt>
    <dgm:pt modelId="{4661C637-08C9-42C1-9A70-27C95973DB62}" type="pres">
      <dgm:prSet presAssocID="{1A67FFD5-0399-4723-B24D-438C59133C39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DE8412EE-AA11-4FDB-93ED-1DA60C00B853}" type="pres">
      <dgm:prSet presAssocID="{1A67FFD5-0399-4723-B24D-438C59133C39}" presName="spaceRect" presStyleCnt="0"/>
      <dgm:spPr/>
    </dgm:pt>
    <dgm:pt modelId="{4F8D731D-7074-49EA-9D4D-FFF2F78A5D24}" type="pres">
      <dgm:prSet presAssocID="{1A67FFD5-0399-4723-B24D-438C59133C39}" presName="textRect" presStyleLbl="revTx" presStyleIdx="2" presStyleCnt="4">
        <dgm:presLayoutVars>
          <dgm:chMax val="1"/>
          <dgm:chPref val="1"/>
        </dgm:presLayoutVars>
      </dgm:prSet>
      <dgm:spPr/>
    </dgm:pt>
    <dgm:pt modelId="{2A77FAFC-C853-4792-8F95-210A46A88B10}" type="pres">
      <dgm:prSet presAssocID="{04A5D2E4-0727-42DD-BF17-DC8144EA4617}" presName="sibTrans" presStyleLbl="sibTrans2D1" presStyleIdx="0" presStyleCnt="0"/>
      <dgm:spPr/>
    </dgm:pt>
    <dgm:pt modelId="{35006994-CC05-4BCC-8BFC-1E7FFB447B88}" type="pres">
      <dgm:prSet presAssocID="{5A670DDF-5FDA-4EED-BB1F-B3395E04CF0F}" presName="compNode" presStyleCnt="0"/>
      <dgm:spPr/>
    </dgm:pt>
    <dgm:pt modelId="{3B74D46E-0E11-42F5-AC60-556A4D3BE3C0}" type="pres">
      <dgm:prSet presAssocID="{5A670DDF-5FDA-4EED-BB1F-B3395E04CF0F}" presName="iconBgRect" presStyleLbl="bgShp" presStyleIdx="3" presStyleCnt="4"/>
      <dgm:spPr/>
    </dgm:pt>
    <dgm:pt modelId="{82324C9C-7021-4F56-A03B-8138794ED4DA}" type="pres">
      <dgm:prSet presAssocID="{5A670DDF-5FDA-4EED-BB1F-B3395E04CF0F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ACA4B9DD-83C7-47AC-81E9-E78288918D8B}" type="pres">
      <dgm:prSet presAssocID="{5A670DDF-5FDA-4EED-BB1F-B3395E04CF0F}" presName="spaceRect" presStyleCnt="0"/>
      <dgm:spPr/>
    </dgm:pt>
    <dgm:pt modelId="{80243441-E1E5-43E3-8B2C-0705BB9E9DC5}" type="pres">
      <dgm:prSet presAssocID="{5A670DDF-5FDA-4EED-BB1F-B3395E04CF0F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9122BB2D-9B45-4433-B5CF-925C53D6BB4B}" srcId="{AB3D08FA-0F75-40C5-B2E3-783EFE54CDA7}" destId="{5A670DDF-5FDA-4EED-BB1F-B3395E04CF0F}" srcOrd="3" destOrd="0" parTransId="{E14496C2-A58F-422C-967B-8DF3746CF311}" sibTransId="{BDCD913D-7F7A-4FDE-A389-AEF47C5F62A7}"/>
    <dgm:cxn modelId="{5F5AB331-6A41-4F51-BF4C-ECA96FB4A2CF}" type="presOf" srcId="{5A670DDF-5FDA-4EED-BB1F-B3395E04CF0F}" destId="{80243441-E1E5-43E3-8B2C-0705BB9E9DC5}" srcOrd="0" destOrd="0" presId="urn:microsoft.com/office/officeart/2018/2/layout/IconCircleList"/>
    <dgm:cxn modelId="{AAB6D935-A344-4870-B383-99D2D241D81B}" type="presOf" srcId="{AB3D08FA-0F75-40C5-B2E3-783EFE54CDA7}" destId="{FDD39DB9-72CA-439D-B4AE-FF8C56793C1B}" srcOrd="0" destOrd="0" presId="urn:microsoft.com/office/officeart/2018/2/layout/IconCircleList"/>
    <dgm:cxn modelId="{2DA6A76A-78B6-4808-A750-7778C01340F4}" type="presOf" srcId="{1A67FFD5-0399-4723-B24D-438C59133C39}" destId="{4F8D731D-7074-49EA-9D4D-FFF2F78A5D24}" srcOrd="0" destOrd="0" presId="urn:microsoft.com/office/officeart/2018/2/layout/IconCircleList"/>
    <dgm:cxn modelId="{FE10054F-DBDC-4806-AECB-03CB78160794}" srcId="{AB3D08FA-0F75-40C5-B2E3-783EFE54CDA7}" destId="{E332DFE5-2DE8-4C6D-B87B-A2EF83F3414A}" srcOrd="0" destOrd="0" parTransId="{D4F1D296-E2B0-4033-B807-91312189C6FA}" sibTransId="{07B88D84-BEF7-44F5-95F8-ECB3EC2E7325}"/>
    <dgm:cxn modelId="{D8D6AB72-6D0E-45DA-ABAC-8577604D26D3}" type="presOf" srcId="{07B88D84-BEF7-44F5-95F8-ECB3EC2E7325}" destId="{334DDAB9-E3BA-4777-9796-7369332EBD56}" srcOrd="0" destOrd="0" presId="urn:microsoft.com/office/officeart/2018/2/layout/IconCircleList"/>
    <dgm:cxn modelId="{7521E053-8D2A-45FC-B67B-5BA1A5A61F13}" type="presOf" srcId="{A22E1818-1313-4D8C-A0EE-04EE3AEFF029}" destId="{C477723B-033A-4367-8A4C-93F4E71AA111}" srcOrd="0" destOrd="0" presId="urn:microsoft.com/office/officeart/2018/2/layout/IconCircleList"/>
    <dgm:cxn modelId="{A14F2F7B-8329-4F1D-A4F6-16224A0DE59A}" type="presOf" srcId="{F97D902F-A226-4689-90E4-7150750BFFE7}" destId="{AFDD0D82-FA4B-4154-9E77-F53FDD0139C3}" srcOrd="0" destOrd="0" presId="urn:microsoft.com/office/officeart/2018/2/layout/IconCircleList"/>
    <dgm:cxn modelId="{D33CB9C2-0D9D-4A68-A715-0591C08B5FDA}" type="presOf" srcId="{04A5D2E4-0727-42DD-BF17-DC8144EA4617}" destId="{2A77FAFC-C853-4792-8F95-210A46A88B10}" srcOrd="0" destOrd="0" presId="urn:microsoft.com/office/officeart/2018/2/layout/IconCircleList"/>
    <dgm:cxn modelId="{AF7DF0C2-D6C4-402B-829C-8499B2EB4223}" type="presOf" srcId="{E332DFE5-2DE8-4C6D-B87B-A2EF83F3414A}" destId="{1361E699-42D4-4645-B335-F0069D4394CC}" srcOrd="0" destOrd="0" presId="urn:microsoft.com/office/officeart/2018/2/layout/IconCircleList"/>
    <dgm:cxn modelId="{B996DBD8-4D0B-486F-9D15-074B6A9FA634}" srcId="{AB3D08FA-0F75-40C5-B2E3-783EFE54CDA7}" destId="{1A67FFD5-0399-4723-B24D-438C59133C39}" srcOrd="2" destOrd="0" parTransId="{31ACDCDF-CEC2-4277-898E-25B8D942840A}" sibTransId="{04A5D2E4-0727-42DD-BF17-DC8144EA4617}"/>
    <dgm:cxn modelId="{808D6DED-ACFF-42F3-870D-8244430970A9}" srcId="{AB3D08FA-0F75-40C5-B2E3-783EFE54CDA7}" destId="{F97D902F-A226-4689-90E4-7150750BFFE7}" srcOrd="1" destOrd="0" parTransId="{DF5A842D-F048-478F-A333-554365DFFD41}" sibTransId="{A22E1818-1313-4D8C-A0EE-04EE3AEFF029}"/>
    <dgm:cxn modelId="{A58FBC9A-BB5C-42FB-A0F6-E71655B60AD9}" type="presParOf" srcId="{FDD39DB9-72CA-439D-B4AE-FF8C56793C1B}" destId="{8663CCF1-11E1-4140-986C-B0E4A7B54FC9}" srcOrd="0" destOrd="0" presId="urn:microsoft.com/office/officeart/2018/2/layout/IconCircleList"/>
    <dgm:cxn modelId="{3D36D108-12CA-4008-B0ED-94EAD1473184}" type="presParOf" srcId="{8663CCF1-11E1-4140-986C-B0E4A7B54FC9}" destId="{B57C5371-449D-4516-8252-9AAE1154EC73}" srcOrd="0" destOrd="0" presId="urn:microsoft.com/office/officeart/2018/2/layout/IconCircleList"/>
    <dgm:cxn modelId="{07754E32-3FA9-4153-AAC0-74F79B01625D}" type="presParOf" srcId="{B57C5371-449D-4516-8252-9AAE1154EC73}" destId="{FA57E992-B435-4218-BAC2-503FA54BFEF5}" srcOrd="0" destOrd="0" presId="urn:microsoft.com/office/officeart/2018/2/layout/IconCircleList"/>
    <dgm:cxn modelId="{0A0E2361-F64F-4FE7-8863-A6DDDA6E5ACD}" type="presParOf" srcId="{B57C5371-449D-4516-8252-9AAE1154EC73}" destId="{C2991095-1011-4EA6-A22E-59EB999366D9}" srcOrd="1" destOrd="0" presId="urn:microsoft.com/office/officeart/2018/2/layout/IconCircleList"/>
    <dgm:cxn modelId="{F74EB34C-37A9-4DDE-A991-355872A91C36}" type="presParOf" srcId="{B57C5371-449D-4516-8252-9AAE1154EC73}" destId="{3CA003C3-B56E-4A90-B110-3655F11DFFBF}" srcOrd="2" destOrd="0" presId="urn:microsoft.com/office/officeart/2018/2/layout/IconCircleList"/>
    <dgm:cxn modelId="{A817366D-E9D6-4890-84B0-8241FA7A4A3E}" type="presParOf" srcId="{B57C5371-449D-4516-8252-9AAE1154EC73}" destId="{1361E699-42D4-4645-B335-F0069D4394CC}" srcOrd="3" destOrd="0" presId="urn:microsoft.com/office/officeart/2018/2/layout/IconCircleList"/>
    <dgm:cxn modelId="{54B08103-B687-4A52-860E-6CEBB0669E6E}" type="presParOf" srcId="{8663CCF1-11E1-4140-986C-B0E4A7B54FC9}" destId="{334DDAB9-E3BA-4777-9796-7369332EBD56}" srcOrd="1" destOrd="0" presId="urn:microsoft.com/office/officeart/2018/2/layout/IconCircleList"/>
    <dgm:cxn modelId="{4F8D42DF-9DDE-4CCE-8BFC-68AC23189D07}" type="presParOf" srcId="{8663CCF1-11E1-4140-986C-B0E4A7B54FC9}" destId="{41A8AC84-9EA8-4472-A641-FCE55B7BA4EF}" srcOrd="2" destOrd="0" presId="urn:microsoft.com/office/officeart/2018/2/layout/IconCircleList"/>
    <dgm:cxn modelId="{8D5B1228-7BA9-4A47-9807-6DB2AE4E8E37}" type="presParOf" srcId="{41A8AC84-9EA8-4472-A641-FCE55B7BA4EF}" destId="{1E4D266F-AD36-4EBD-8AAC-642BAAEBA321}" srcOrd="0" destOrd="0" presId="urn:microsoft.com/office/officeart/2018/2/layout/IconCircleList"/>
    <dgm:cxn modelId="{D8A113B1-25D7-4280-B9B1-02B01D4AB51F}" type="presParOf" srcId="{41A8AC84-9EA8-4472-A641-FCE55B7BA4EF}" destId="{0208AEF0-BAC7-414B-A5D7-DDB3A3C246D9}" srcOrd="1" destOrd="0" presId="urn:microsoft.com/office/officeart/2018/2/layout/IconCircleList"/>
    <dgm:cxn modelId="{7FC41119-BEE7-4624-B53F-263B6421D85F}" type="presParOf" srcId="{41A8AC84-9EA8-4472-A641-FCE55B7BA4EF}" destId="{4020A51D-0A39-4E9C-AEBD-BD632FB74B98}" srcOrd="2" destOrd="0" presId="urn:microsoft.com/office/officeart/2018/2/layout/IconCircleList"/>
    <dgm:cxn modelId="{593A33AC-97C2-47E8-8FBD-1342B6D62E31}" type="presParOf" srcId="{41A8AC84-9EA8-4472-A641-FCE55B7BA4EF}" destId="{AFDD0D82-FA4B-4154-9E77-F53FDD0139C3}" srcOrd="3" destOrd="0" presId="urn:microsoft.com/office/officeart/2018/2/layout/IconCircleList"/>
    <dgm:cxn modelId="{8A620DC1-BAF5-4A97-87E2-7B01FC037B79}" type="presParOf" srcId="{8663CCF1-11E1-4140-986C-B0E4A7B54FC9}" destId="{C477723B-033A-4367-8A4C-93F4E71AA111}" srcOrd="3" destOrd="0" presId="urn:microsoft.com/office/officeart/2018/2/layout/IconCircleList"/>
    <dgm:cxn modelId="{C988F96A-6C1C-4006-B74F-24FFAE1ACE7C}" type="presParOf" srcId="{8663CCF1-11E1-4140-986C-B0E4A7B54FC9}" destId="{84C12652-7A40-459B-B24B-C9B478E987FB}" srcOrd="4" destOrd="0" presId="urn:microsoft.com/office/officeart/2018/2/layout/IconCircleList"/>
    <dgm:cxn modelId="{DD38FD98-90B2-416A-97DB-5E9E62C9B422}" type="presParOf" srcId="{84C12652-7A40-459B-B24B-C9B478E987FB}" destId="{ECF746E5-6FAD-4EAF-932B-16B090A5148A}" srcOrd="0" destOrd="0" presId="urn:microsoft.com/office/officeart/2018/2/layout/IconCircleList"/>
    <dgm:cxn modelId="{26E30B2D-0A13-4052-A34A-0D52A043DC8F}" type="presParOf" srcId="{84C12652-7A40-459B-B24B-C9B478E987FB}" destId="{4661C637-08C9-42C1-9A70-27C95973DB62}" srcOrd="1" destOrd="0" presId="urn:microsoft.com/office/officeart/2018/2/layout/IconCircleList"/>
    <dgm:cxn modelId="{E1FE346E-3C02-4D7C-9C34-61D8439C0338}" type="presParOf" srcId="{84C12652-7A40-459B-B24B-C9B478E987FB}" destId="{DE8412EE-AA11-4FDB-93ED-1DA60C00B853}" srcOrd="2" destOrd="0" presId="urn:microsoft.com/office/officeart/2018/2/layout/IconCircleList"/>
    <dgm:cxn modelId="{EB1528DB-4D8C-4CC9-A889-6551F3E393C8}" type="presParOf" srcId="{84C12652-7A40-459B-B24B-C9B478E987FB}" destId="{4F8D731D-7074-49EA-9D4D-FFF2F78A5D24}" srcOrd="3" destOrd="0" presId="urn:microsoft.com/office/officeart/2018/2/layout/IconCircleList"/>
    <dgm:cxn modelId="{B50C7D66-BB8C-4CAD-AC91-13F463FC5EE1}" type="presParOf" srcId="{8663CCF1-11E1-4140-986C-B0E4A7B54FC9}" destId="{2A77FAFC-C853-4792-8F95-210A46A88B10}" srcOrd="5" destOrd="0" presId="urn:microsoft.com/office/officeart/2018/2/layout/IconCircleList"/>
    <dgm:cxn modelId="{3AB17773-46C7-4FA4-AB3E-C96F455CBEA3}" type="presParOf" srcId="{8663CCF1-11E1-4140-986C-B0E4A7B54FC9}" destId="{35006994-CC05-4BCC-8BFC-1E7FFB447B88}" srcOrd="6" destOrd="0" presId="urn:microsoft.com/office/officeart/2018/2/layout/IconCircleList"/>
    <dgm:cxn modelId="{6407AA47-AF29-4E71-A087-2761A5DA8916}" type="presParOf" srcId="{35006994-CC05-4BCC-8BFC-1E7FFB447B88}" destId="{3B74D46E-0E11-42F5-AC60-556A4D3BE3C0}" srcOrd="0" destOrd="0" presId="urn:microsoft.com/office/officeart/2018/2/layout/IconCircleList"/>
    <dgm:cxn modelId="{AD13396E-EE22-4231-A0F4-20768BE49373}" type="presParOf" srcId="{35006994-CC05-4BCC-8BFC-1E7FFB447B88}" destId="{82324C9C-7021-4F56-A03B-8138794ED4DA}" srcOrd="1" destOrd="0" presId="urn:microsoft.com/office/officeart/2018/2/layout/IconCircleList"/>
    <dgm:cxn modelId="{BBF8F427-EB53-4045-BCD5-FE450D469D13}" type="presParOf" srcId="{35006994-CC05-4BCC-8BFC-1E7FFB447B88}" destId="{ACA4B9DD-83C7-47AC-81E9-E78288918D8B}" srcOrd="2" destOrd="0" presId="urn:microsoft.com/office/officeart/2018/2/layout/IconCircleList"/>
    <dgm:cxn modelId="{FB0AECA6-44E1-490A-9D33-53EE4CAAA9A5}" type="presParOf" srcId="{35006994-CC05-4BCC-8BFC-1E7FFB447B88}" destId="{80243441-E1E5-43E3-8B2C-0705BB9E9DC5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E42AD5C-6CBD-4B71-8E39-D34A05ADC108}" type="doc">
      <dgm:prSet loTypeId="urn:microsoft.com/office/officeart/2018/2/layout/IconCircleList" loCatId="icon" qsTypeId="urn:microsoft.com/office/officeart/2005/8/quickstyle/simple1#14" qsCatId="simple" csTypeId="urn:microsoft.com/office/officeart/2005/8/colors/accent1_2#14" csCatId="accent1" phldr="1"/>
      <dgm:spPr/>
      <dgm:t>
        <a:bodyPr/>
        <a:lstStyle/>
        <a:p>
          <a:endParaRPr lang="en-US"/>
        </a:p>
      </dgm:t>
    </dgm:pt>
    <dgm:pt modelId="{4C2DF582-D946-4AAB-8376-3716EAFA6F1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/>
            <a:t>Manages the Azure Site Recovery configuration.</a:t>
          </a:r>
          <a:endParaRPr lang="en-US"/>
        </a:p>
      </dgm:t>
    </dgm:pt>
    <dgm:pt modelId="{95D45C46-0703-4326-88C0-C1EE31B262A2}" type="parTrans" cxnId="{3CBF92DE-39D6-4FA6-8783-2CCC1178FBA6}">
      <dgm:prSet/>
      <dgm:spPr/>
      <dgm:t>
        <a:bodyPr/>
        <a:lstStyle/>
        <a:p>
          <a:endParaRPr lang="en-US"/>
        </a:p>
      </dgm:t>
    </dgm:pt>
    <dgm:pt modelId="{319CF713-92D2-4206-9F66-EA033CDBAFA3}" type="sibTrans" cxnId="{3CBF92DE-39D6-4FA6-8783-2CCC1178FBA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B5FAF2A7-162A-4FF3-868E-3F5DEB838C9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/>
            <a:t>Maintains replication-related configuration for protected workloads.</a:t>
          </a:r>
          <a:endParaRPr lang="en-US"/>
        </a:p>
      </dgm:t>
    </dgm:pt>
    <dgm:pt modelId="{126D5223-6C2D-48F0-9D63-2AB30B85FEC9}" type="parTrans" cxnId="{336C94ED-DA41-49E8-87B4-B132F0E208CA}">
      <dgm:prSet/>
      <dgm:spPr/>
      <dgm:t>
        <a:bodyPr/>
        <a:lstStyle/>
        <a:p>
          <a:endParaRPr lang="en-US"/>
        </a:p>
      </dgm:t>
    </dgm:pt>
    <dgm:pt modelId="{26152FB0-A5BE-48E6-A67C-E95227E92100}" type="sibTrans" cxnId="{336C94ED-DA41-49E8-87B4-B132F0E208C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13206D4B-EF46-45E5-947A-315EF6D4C79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/>
            <a:t>Stores and manages Recovery Plans used during failover.</a:t>
          </a:r>
          <a:endParaRPr lang="en-US"/>
        </a:p>
      </dgm:t>
    </dgm:pt>
    <dgm:pt modelId="{309B0947-97AB-43A9-9BBC-F055F342C77D}" type="parTrans" cxnId="{E119AFCA-E699-49BD-B3A0-B951B77B2A53}">
      <dgm:prSet/>
      <dgm:spPr/>
      <dgm:t>
        <a:bodyPr/>
        <a:lstStyle/>
        <a:p>
          <a:endParaRPr lang="en-US"/>
        </a:p>
      </dgm:t>
    </dgm:pt>
    <dgm:pt modelId="{483E8EA6-1CA4-45C4-8A28-736DD3FDE612}" type="sibTrans" cxnId="{E119AFCA-E699-49BD-B3A0-B951B77B2A53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3EA571E5-9A90-4587-896C-BC7B8D9C949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/>
            <a:t>Provides the control point for planned recovery and failover operations.</a:t>
          </a:r>
          <a:endParaRPr lang="en-US"/>
        </a:p>
      </dgm:t>
    </dgm:pt>
    <dgm:pt modelId="{06AB425B-C0BE-4B3B-A192-D50D3198713C}" type="parTrans" cxnId="{AD029D4A-352A-4E7A-9A66-2B5902DD23E8}">
      <dgm:prSet/>
      <dgm:spPr/>
      <dgm:t>
        <a:bodyPr/>
        <a:lstStyle/>
        <a:p>
          <a:endParaRPr lang="en-US"/>
        </a:p>
      </dgm:t>
    </dgm:pt>
    <dgm:pt modelId="{EF9C5209-5F2A-4E12-A3D4-48807DFE7A79}" type="sibTrans" cxnId="{AD029D4A-352A-4E7A-9A66-2B5902DD23E8}">
      <dgm:prSet/>
      <dgm:spPr/>
      <dgm:t>
        <a:bodyPr/>
        <a:lstStyle/>
        <a:p>
          <a:endParaRPr lang="en-US"/>
        </a:p>
      </dgm:t>
    </dgm:pt>
    <dgm:pt modelId="{4A914D8F-2DB1-40B4-82FA-96890B1B61F4}" type="pres">
      <dgm:prSet presAssocID="{6E42AD5C-6CBD-4B71-8E39-D34A05ADC108}" presName="root" presStyleCnt="0">
        <dgm:presLayoutVars>
          <dgm:dir/>
          <dgm:resizeHandles val="exact"/>
        </dgm:presLayoutVars>
      </dgm:prSet>
      <dgm:spPr/>
    </dgm:pt>
    <dgm:pt modelId="{3F024409-9776-46C3-8623-CBAE3378ED8F}" type="pres">
      <dgm:prSet presAssocID="{6E42AD5C-6CBD-4B71-8E39-D34A05ADC108}" presName="container" presStyleCnt="0">
        <dgm:presLayoutVars>
          <dgm:dir/>
          <dgm:resizeHandles val="exact"/>
        </dgm:presLayoutVars>
      </dgm:prSet>
      <dgm:spPr/>
    </dgm:pt>
    <dgm:pt modelId="{1DAFD3AF-3B61-4945-80D5-F9A6444789E4}" type="pres">
      <dgm:prSet presAssocID="{4C2DF582-D946-4AAB-8376-3716EAFA6F13}" presName="compNode" presStyleCnt="0"/>
      <dgm:spPr/>
    </dgm:pt>
    <dgm:pt modelId="{60E1F976-1BF7-45CB-BCEC-CB3857AFB820}" type="pres">
      <dgm:prSet presAssocID="{4C2DF582-D946-4AAB-8376-3716EAFA6F13}" presName="iconBgRect" presStyleLbl="bgShp" presStyleIdx="0" presStyleCnt="4"/>
      <dgm:spPr/>
    </dgm:pt>
    <dgm:pt modelId="{7D67BB1C-3B23-4AD4-8886-6A7DCFB61B13}" type="pres">
      <dgm:prSet presAssocID="{4C2DF582-D946-4AAB-8376-3716EAFA6F13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oud"/>
        </a:ext>
      </dgm:extLst>
    </dgm:pt>
    <dgm:pt modelId="{B57A409F-F01A-495F-BDE0-759C29F70155}" type="pres">
      <dgm:prSet presAssocID="{4C2DF582-D946-4AAB-8376-3716EAFA6F13}" presName="spaceRect" presStyleCnt="0"/>
      <dgm:spPr/>
    </dgm:pt>
    <dgm:pt modelId="{52EF5BB9-35AD-4123-8FFA-43394277A5CD}" type="pres">
      <dgm:prSet presAssocID="{4C2DF582-D946-4AAB-8376-3716EAFA6F13}" presName="textRect" presStyleLbl="revTx" presStyleIdx="0" presStyleCnt="4">
        <dgm:presLayoutVars>
          <dgm:chMax val="1"/>
          <dgm:chPref val="1"/>
        </dgm:presLayoutVars>
      </dgm:prSet>
      <dgm:spPr/>
    </dgm:pt>
    <dgm:pt modelId="{D2AB4C7A-8BAD-423F-BC56-718BBE0D1196}" type="pres">
      <dgm:prSet presAssocID="{319CF713-92D2-4206-9F66-EA033CDBAFA3}" presName="sibTrans" presStyleLbl="sibTrans2D1" presStyleIdx="0" presStyleCnt="0"/>
      <dgm:spPr/>
    </dgm:pt>
    <dgm:pt modelId="{ECFFD138-C84C-4C03-9082-29BECCF0308E}" type="pres">
      <dgm:prSet presAssocID="{B5FAF2A7-162A-4FF3-868E-3F5DEB838C92}" presName="compNode" presStyleCnt="0"/>
      <dgm:spPr/>
    </dgm:pt>
    <dgm:pt modelId="{3D679773-5ED9-4ACB-9316-778FC7F36F6F}" type="pres">
      <dgm:prSet presAssocID="{B5FAF2A7-162A-4FF3-868E-3F5DEB838C92}" presName="iconBgRect" presStyleLbl="bgShp" presStyleIdx="1" presStyleCnt="4"/>
      <dgm:spPr/>
    </dgm:pt>
    <dgm:pt modelId="{5D776478-64EF-4869-83D3-E639CB47E263}" type="pres">
      <dgm:prSet presAssocID="{B5FAF2A7-162A-4FF3-868E-3F5DEB838C92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2EE2E824-8B5B-4044-B4DA-7DB30F31E72B}" type="pres">
      <dgm:prSet presAssocID="{B5FAF2A7-162A-4FF3-868E-3F5DEB838C92}" presName="spaceRect" presStyleCnt="0"/>
      <dgm:spPr/>
    </dgm:pt>
    <dgm:pt modelId="{A6DFEC85-1D5B-4EC8-AE3E-7F9A0CC6CA07}" type="pres">
      <dgm:prSet presAssocID="{B5FAF2A7-162A-4FF3-868E-3F5DEB838C92}" presName="textRect" presStyleLbl="revTx" presStyleIdx="1" presStyleCnt="4">
        <dgm:presLayoutVars>
          <dgm:chMax val="1"/>
          <dgm:chPref val="1"/>
        </dgm:presLayoutVars>
      </dgm:prSet>
      <dgm:spPr/>
    </dgm:pt>
    <dgm:pt modelId="{49039BD8-20FE-4976-8CEB-150F34DDD7E6}" type="pres">
      <dgm:prSet presAssocID="{26152FB0-A5BE-48E6-A67C-E95227E92100}" presName="sibTrans" presStyleLbl="sibTrans2D1" presStyleIdx="0" presStyleCnt="0"/>
      <dgm:spPr/>
    </dgm:pt>
    <dgm:pt modelId="{1212DA71-6468-4FE0-A37B-C27F52E870B4}" type="pres">
      <dgm:prSet presAssocID="{13206D4B-EF46-45E5-947A-315EF6D4C794}" presName="compNode" presStyleCnt="0"/>
      <dgm:spPr/>
    </dgm:pt>
    <dgm:pt modelId="{1EBECAAF-8910-43AA-89D4-7FE376E4A753}" type="pres">
      <dgm:prSet presAssocID="{13206D4B-EF46-45E5-947A-315EF6D4C794}" presName="iconBgRect" presStyleLbl="bgShp" presStyleIdx="2" presStyleCnt="4"/>
      <dgm:spPr/>
    </dgm:pt>
    <dgm:pt modelId="{5D37D231-8FBD-4633-983F-C16B87A599B8}" type="pres">
      <dgm:prSet presAssocID="{13206D4B-EF46-45E5-947A-315EF6D4C794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E969E9A9-C5D8-4EA7-9F3E-171DCB3C6D6A}" type="pres">
      <dgm:prSet presAssocID="{13206D4B-EF46-45E5-947A-315EF6D4C794}" presName="spaceRect" presStyleCnt="0"/>
      <dgm:spPr/>
    </dgm:pt>
    <dgm:pt modelId="{FF42E517-A6CA-42FA-8E7B-5E23C705C2CF}" type="pres">
      <dgm:prSet presAssocID="{13206D4B-EF46-45E5-947A-315EF6D4C794}" presName="textRect" presStyleLbl="revTx" presStyleIdx="2" presStyleCnt="4">
        <dgm:presLayoutVars>
          <dgm:chMax val="1"/>
          <dgm:chPref val="1"/>
        </dgm:presLayoutVars>
      </dgm:prSet>
      <dgm:spPr/>
    </dgm:pt>
    <dgm:pt modelId="{11703FD0-050E-480D-8F61-4A74F72D15D6}" type="pres">
      <dgm:prSet presAssocID="{483E8EA6-1CA4-45C4-8A28-736DD3FDE612}" presName="sibTrans" presStyleLbl="sibTrans2D1" presStyleIdx="0" presStyleCnt="0"/>
      <dgm:spPr/>
    </dgm:pt>
    <dgm:pt modelId="{89F3F7D5-DFDC-4142-9B40-1DF22E0E4185}" type="pres">
      <dgm:prSet presAssocID="{3EA571E5-9A90-4587-896C-BC7B8D9C9496}" presName="compNode" presStyleCnt="0"/>
      <dgm:spPr/>
    </dgm:pt>
    <dgm:pt modelId="{89930E51-9F56-4B85-92FC-28B2673807BC}" type="pres">
      <dgm:prSet presAssocID="{3EA571E5-9A90-4587-896C-BC7B8D9C9496}" presName="iconBgRect" presStyleLbl="bgShp" presStyleIdx="3" presStyleCnt="4"/>
      <dgm:spPr/>
    </dgm:pt>
    <dgm:pt modelId="{E47FDC2E-6E50-49CC-B0CC-F590B382AA9B}" type="pres">
      <dgm:prSet presAssocID="{3EA571E5-9A90-4587-896C-BC7B8D9C9496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26031C69-3C66-4B84-AFBF-A841C064BC00}" type="pres">
      <dgm:prSet presAssocID="{3EA571E5-9A90-4587-896C-BC7B8D9C9496}" presName="spaceRect" presStyleCnt="0"/>
      <dgm:spPr/>
    </dgm:pt>
    <dgm:pt modelId="{1C6D4C96-0EC0-4745-B7AF-8774F6FBCA40}" type="pres">
      <dgm:prSet presAssocID="{3EA571E5-9A90-4587-896C-BC7B8D9C9496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DFF19931-6CD0-4C15-936C-54C835852D83}" type="presOf" srcId="{4C2DF582-D946-4AAB-8376-3716EAFA6F13}" destId="{52EF5BB9-35AD-4123-8FFA-43394277A5CD}" srcOrd="0" destOrd="0" presId="urn:microsoft.com/office/officeart/2018/2/layout/IconCircleList"/>
    <dgm:cxn modelId="{022A573C-3192-48AA-B9B8-BC6B64B29276}" type="presOf" srcId="{6E42AD5C-6CBD-4B71-8E39-D34A05ADC108}" destId="{4A914D8F-2DB1-40B4-82FA-96890B1B61F4}" srcOrd="0" destOrd="0" presId="urn:microsoft.com/office/officeart/2018/2/layout/IconCircleList"/>
    <dgm:cxn modelId="{E3C21C47-5D0C-4AF5-AA15-E5D6D520A734}" type="presOf" srcId="{319CF713-92D2-4206-9F66-EA033CDBAFA3}" destId="{D2AB4C7A-8BAD-423F-BC56-718BBE0D1196}" srcOrd="0" destOrd="0" presId="urn:microsoft.com/office/officeart/2018/2/layout/IconCircleList"/>
    <dgm:cxn modelId="{FE0F7B47-93DF-494C-B66F-FBE8B7532644}" type="presOf" srcId="{B5FAF2A7-162A-4FF3-868E-3F5DEB838C92}" destId="{A6DFEC85-1D5B-4EC8-AE3E-7F9A0CC6CA07}" srcOrd="0" destOrd="0" presId="urn:microsoft.com/office/officeart/2018/2/layout/IconCircleList"/>
    <dgm:cxn modelId="{AD029D4A-352A-4E7A-9A66-2B5902DD23E8}" srcId="{6E42AD5C-6CBD-4B71-8E39-D34A05ADC108}" destId="{3EA571E5-9A90-4587-896C-BC7B8D9C9496}" srcOrd="3" destOrd="0" parTransId="{06AB425B-C0BE-4B3B-A192-D50D3198713C}" sibTransId="{EF9C5209-5F2A-4E12-A3D4-48807DFE7A79}"/>
    <dgm:cxn modelId="{DA4D9985-D8BB-4306-B9AE-7F84D4E410BD}" type="presOf" srcId="{26152FB0-A5BE-48E6-A67C-E95227E92100}" destId="{49039BD8-20FE-4976-8CEB-150F34DDD7E6}" srcOrd="0" destOrd="0" presId="urn:microsoft.com/office/officeart/2018/2/layout/IconCircleList"/>
    <dgm:cxn modelId="{8508AEB1-B54D-451F-B808-040AE062ED4B}" type="presOf" srcId="{483E8EA6-1CA4-45C4-8A28-736DD3FDE612}" destId="{11703FD0-050E-480D-8F61-4A74F72D15D6}" srcOrd="0" destOrd="0" presId="urn:microsoft.com/office/officeart/2018/2/layout/IconCircleList"/>
    <dgm:cxn modelId="{308DECB7-DD90-4230-A8FC-26E0A080EA3D}" type="presOf" srcId="{13206D4B-EF46-45E5-947A-315EF6D4C794}" destId="{FF42E517-A6CA-42FA-8E7B-5E23C705C2CF}" srcOrd="0" destOrd="0" presId="urn:microsoft.com/office/officeart/2018/2/layout/IconCircleList"/>
    <dgm:cxn modelId="{4622AABB-E29E-4B93-A173-2E1944D1A7A4}" type="presOf" srcId="{3EA571E5-9A90-4587-896C-BC7B8D9C9496}" destId="{1C6D4C96-0EC0-4745-B7AF-8774F6FBCA40}" srcOrd="0" destOrd="0" presId="urn:microsoft.com/office/officeart/2018/2/layout/IconCircleList"/>
    <dgm:cxn modelId="{E119AFCA-E699-49BD-B3A0-B951B77B2A53}" srcId="{6E42AD5C-6CBD-4B71-8E39-D34A05ADC108}" destId="{13206D4B-EF46-45E5-947A-315EF6D4C794}" srcOrd="2" destOrd="0" parTransId="{309B0947-97AB-43A9-9BBC-F055F342C77D}" sibTransId="{483E8EA6-1CA4-45C4-8A28-736DD3FDE612}"/>
    <dgm:cxn modelId="{3CBF92DE-39D6-4FA6-8783-2CCC1178FBA6}" srcId="{6E42AD5C-6CBD-4B71-8E39-D34A05ADC108}" destId="{4C2DF582-D946-4AAB-8376-3716EAFA6F13}" srcOrd="0" destOrd="0" parTransId="{95D45C46-0703-4326-88C0-C1EE31B262A2}" sibTransId="{319CF713-92D2-4206-9F66-EA033CDBAFA3}"/>
    <dgm:cxn modelId="{336C94ED-DA41-49E8-87B4-B132F0E208CA}" srcId="{6E42AD5C-6CBD-4B71-8E39-D34A05ADC108}" destId="{B5FAF2A7-162A-4FF3-868E-3F5DEB838C92}" srcOrd="1" destOrd="0" parTransId="{126D5223-6C2D-48F0-9D63-2AB30B85FEC9}" sibTransId="{26152FB0-A5BE-48E6-A67C-E95227E92100}"/>
    <dgm:cxn modelId="{15E15A6E-CB52-421B-B25E-721E303228CC}" type="presParOf" srcId="{4A914D8F-2DB1-40B4-82FA-96890B1B61F4}" destId="{3F024409-9776-46C3-8623-CBAE3378ED8F}" srcOrd="0" destOrd="0" presId="urn:microsoft.com/office/officeart/2018/2/layout/IconCircleList"/>
    <dgm:cxn modelId="{EF35C22D-7353-475D-879A-46DA0754E5EA}" type="presParOf" srcId="{3F024409-9776-46C3-8623-CBAE3378ED8F}" destId="{1DAFD3AF-3B61-4945-80D5-F9A6444789E4}" srcOrd="0" destOrd="0" presId="urn:microsoft.com/office/officeart/2018/2/layout/IconCircleList"/>
    <dgm:cxn modelId="{1ED5FE96-B70A-45AC-973E-6CC4879F66C7}" type="presParOf" srcId="{1DAFD3AF-3B61-4945-80D5-F9A6444789E4}" destId="{60E1F976-1BF7-45CB-BCEC-CB3857AFB820}" srcOrd="0" destOrd="0" presId="urn:microsoft.com/office/officeart/2018/2/layout/IconCircleList"/>
    <dgm:cxn modelId="{916A677C-021F-4418-AD58-0C097087E653}" type="presParOf" srcId="{1DAFD3AF-3B61-4945-80D5-F9A6444789E4}" destId="{7D67BB1C-3B23-4AD4-8886-6A7DCFB61B13}" srcOrd="1" destOrd="0" presId="urn:microsoft.com/office/officeart/2018/2/layout/IconCircleList"/>
    <dgm:cxn modelId="{3E80B887-9DBE-4085-B22B-CD7F2E84F335}" type="presParOf" srcId="{1DAFD3AF-3B61-4945-80D5-F9A6444789E4}" destId="{B57A409F-F01A-495F-BDE0-759C29F70155}" srcOrd="2" destOrd="0" presId="urn:microsoft.com/office/officeart/2018/2/layout/IconCircleList"/>
    <dgm:cxn modelId="{895A9E6D-E48B-4EC4-B6A9-C2A12D71EEEC}" type="presParOf" srcId="{1DAFD3AF-3B61-4945-80D5-F9A6444789E4}" destId="{52EF5BB9-35AD-4123-8FFA-43394277A5CD}" srcOrd="3" destOrd="0" presId="urn:microsoft.com/office/officeart/2018/2/layout/IconCircleList"/>
    <dgm:cxn modelId="{6100179F-1E4F-4841-A5A5-A2E07B90B63E}" type="presParOf" srcId="{3F024409-9776-46C3-8623-CBAE3378ED8F}" destId="{D2AB4C7A-8BAD-423F-BC56-718BBE0D1196}" srcOrd="1" destOrd="0" presId="urn:microsoft.com/office/officeart/2018/2/layout/IconCircleList"/>
    <dgm:cxn modelId="{524A00AF-DF28-4202-A848-3DFD0354085A}" type="presParOf" srcId="{3F024409-9776-46C3-8623-CBAE3378ED8F}" destId="{ECFFD138-C84C-4C03-9082-29BECCF0308E}" srcOrd="2" destOrd="0" presId="urn:microsoft.com/office/officeart/2018/2/layout/IconCircleList"/>
    <dgm:cxn modelId="{0D0D98CF-CF8C-40C4-97E6-D5932F0BF24D}" type="presParOf" srcId="{ECFFD138-C84C-4C03-9082-29BECCF0308E}" destId="{3D679773-5ED9-4ACB-9316-778FC7F36F6F}" srcOrd="0" destOrd="0" presId="urn:microsoft.com/office/officeart/2018/2/layout/IconCircleList"/>
    <dgm:cxn modelId="{646E8AD4-8B32-469B-9A50-EACFE324E3CC}" type="presParOf" srcId="{ECFFD138-C84C-4C03-9082-29BECCF0308E}" destId="{5D776478-64EF-4869-83D3-E639CB47E263}" srcOrd="1" destOrd="0" presId="urn:microsoft.com/office/officeart/2018/2/layout/IconCircleList"/>
    <dgm:cxn modelId="{AA8F3855-21D9-4F21-8F26-A8D4133991CB}" type="presParOf" srcId="{ECFFD138-C84C-4C03-9082-29BECCF0308E}" destId="{2EE2E824-8B5B-4044-B4DA-7DB30F31E72B}" srcOrd="2" destOrd="0" presId="urn:microsoft.com/office/officeart/2018/2/layout/IconCircleList"/>
    <dgm:cxn modelId="{0AA45F5E-C2CD-4347-8B7A-23ECCC95BB15}" type="presParOf" srcId="{ECFFD138-C84C-4C03-9082-29BECCF0308E}" destId="{A6DFEC85-1D5B-4EC8-AE3E-7F9A0CC6CA07}" srcOrd="3" destOrd="0" presId="urn:microsoft.com/office/officeart/2018/2/layout/IconCircleList"/>
    <dgm:cxn modelId="{E5EF4F1C-E7FB-4502-B832-22D7728B426B}" type="presParOf" srcId="{3F024409-9776-46C3-8623-CBAE3378ED8F}" destId="{49039BD8-20FE-4976-8CEB-150F34DDD7E6}" srcOrd="3" destOrd="0" presId="urn:microsoft.com/office/officeart/2018/2/layout/IconCircleList"/>
    <dgm:cxn modelId="{7B3FD962-D20F-499C-A0F0-E1243DDD1848}" type="presParOf" srcId="{3F024409-9776-46C3-8623-CBAE3378ED8F}" destId="{1212DA71-6468-4FE0-A37B-C27F52E870B4}" srcOrd="4" destOrd="0" presId="urn:microsoft.com/office/officeart/2018/2/layout/IconCircleList"/>
    <dgm:cxn modelId="{6706BD00-8881-4893-BF5B-1709655AAFB8}" type="presParOf" srcId="{1212DA71-6468-4FE0-A37B-C27F52E870B4}" destId="{1EBECAAF-8910-43AA-89D4-7FE376E4A753}" srcOrd="0" destOrd="0" presId="urn:microsoft.com/office/officeart/2018/2/layout/IconCircleList"/>
    <dgm:cxn modelId="{4A5C225B-1C8D-4C9C-95DA-A2AEF8BD4BF2}" type="presParOf" srcId="{1212DA71-6468-4FE0-A37B-C27F52E870B4}" destId="{5D37D231-8FBD-4633-983F-C16B87A599B8}" srcOrd="1" destOrd="0" presId="urn:microsoft.com/office/officeart/2018/2/layout/IconCircleList"/>
    <dgm:cxn modelId="{DEAE4AC3-132E-4180-A141-CAF288E478E6}" type="presParOf" srcId="{1212DA71-6468-4FE0-A37B-C27F52E870B4}" destId="{E969E9A9-C5D8-4EA7-9F3E-171DCB3C6D6A}" srcOrd="2" destOrd="0" presId="urn:microsoft.com/office/officeart/2018/2/layout/IconCircleList"/>
    <dgm:cxn modelId="{D60E9968-A983-4AEB-A70A-3C6C50477A0D}" type="presParOf" srcId="{1212DA71-6468-4FE0-A37B-C27F52E870B4}" destId="{FF42E517-A6CA-42FA-8E7B-5E23C705C2CF}" srcOrd="3" destOrd="0" presId="urn:microsoft.com/office/officeart/2018/2/layout/IconCircleList"/>
    <dgm:cxn modelId="{AA17F78A-913C-4A48-937B-32B4369594E7}" type="presParOf" srcId="{3F024409-9776-46C3-8623-CBAE3378ED8F}" destId="{11703FD0-050E-480D-8F61-4A74F72D15D6}" srcOrd="5" destOrd="0" presId="urn:microsoft.com/office/officeart/2018/2/layout/IconCircleList"/>
    <dgm:cxn modelId="{1BA4AF06-E1DC-4F74-B2FE-2163AF323056}" type="presParOf" srcId="{3F024409-9776-46C3-8623-CBAE3378ED8F}" destId="{89F3F7D5-DFDC-4142-9B40-1DF22E0E4185}" srcOrd="6" destOrd="0" presId="urn:microsoft.com/office/officeart/2018/2/layout/IconCircleList"/>
    <dgm:cxn modelId="{924BF976-ACE1-4B09-B4B1-D4EFA8239EDA}" type="presParOf" srcId="{89F3F7D5-DFDC-4142-9B40-1DF22E0E4185}" destId="{89930E51-9F56-4B85-92FC-28B2673807BC}" srcOrd="0" destOrd="0" presId="urn:microsoft.com/office/officeart/2018/2/layout/IconCircleList"/>
    <dgm:cxn modelId="{1D307EEC-6EE0-47EF-A7CA-0256D99703FF}" type="presParOf" srcId="{89F3F7D5-DFDC-4142-9B40-1DF22E0E4185}" destId="{E47FDC2E-6E50-49CC-B0CC-F590B382AA9B}" srcOrd="1" destOrd="0" presId="urn:microsoft.com/office/officeart/2018/2/layout/IconCircleList"/>
    <dgm:cxn modelId="{54EB56B0-259B-4C74-931E-296D4B786B58}" type="presParOf" srcId="{89F3F7D5-DFDC-4142-9B40-1DF22E0E4185}" destId="{26031C69-3C66-4B84-AFBF-A841C064BC00}" srcOrd="2" destOrd="0" presId="urn:microsoft.com/office/officeart/2018/2/layout/IconCircleList"/>
    <dgm:cxn modelId="{D3D5D846-00AA-4E1A-AB6C-E0CA0C492CDC}" type="presParOf" srcId="{89F3F7D5-DFDC-4142-9B40-1DF22E0E4185}" destId="{1C6D4C96-0EC0-4745-B7AF-8774F6FBCA40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5A35326-EB2F-4C35-995A-7BB1A3E6478A}" type="doc">
      <dgm:prSet loTypeId="urn:microsoft.com/office/officeart/2018/2/layout/IconCircleList" loCatId="icon" qsTypeId="urn:microsoft.com/office/officeart/2005/8/quickstyle/simple1#18" qsCatId="simple" csTypeId="urn:microsoft.com/office/officeart/2005/8/colors/accent1_2#18" csCatId="accent1" phldr="1"/>
      <dgm:spPr/>
      <dgm:t>
        <a:bodyPr/>
        <a:lstStyle/>
        <a:p>
          <a:endParaRPr lang="en-US"/>
        </a:p>
      </dgm:t>
    </dgm:pt>
    <dgm:pt modelId="{F139E42A-AE6C-48A4-8671-2939762E568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/>
            <a:t>1. A regional failure makes the primary application environment unavailable or unsuitable.</a:t>
          </a:r>
          <a:endParaRPr lang="en-US"/>
        </a:p>
      </dgm:t>
    </dgm:pt>
    <dgm:pt modelId="{DD1100F5-5370-45C7-B80A-8ECAAF3FCFCD}" type="parTrans" cxnId="{9B720BFE-F224-4FAC-9437-82FC14E86CB2}">
      <dgm:prSet/>
      <dgm:spPr/>
      <dgm:t>
        <a:bodyPr/>
        <a:lstStyle/>
        <a:p>
          <a:endParaRPr lang="en-US"/>
        </a:p>
      </dgm:t>
    </dgm:pt>
    <dgm:pt modelId="{67D96FCB-0B87-4E7C-BF4E-6E4C07CACE76}" type="sibTrans" cxnId="{9B720BFE-F224-4FAC-9437-82FC14E86CB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FDEA705F-CBF9-421E-8362-9ED89882B0C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/>
            <a:t>2. Azure Site Recovery initiates recovery in the secondary region.</a:t>
          </a:r>
          <a:endParaRPr lang="en-US"/>
        </a:p>
      </dgm:t>
    </dgm:pt>
    <dgm:pt modelId="{8FF9C075-1E6A-4CD6-82FF-55EA77AA9F36}" type="parTrans" cxnId="{0D6CD382-7C82-4A73-B8DB-6D18BF3FEAC9}">
      <dgm:prSet/>
      <dgm:spPr/>
      <dgm:t>
        <a:bodyPr/>
        <a:lstStyle/>
        <a:p>
          <a:endParaRPr lang="en-US"/>
        </a:p>
      </dgm:t>
    </dgm:pt>
    <dgm:pt modelId="{0B425876-A163-423F-816E-0BA417B6E93A}" type="sibTrans" cxnId="{0D6CD382-7C82-4A73-B8DB-6D18BF3FEAC9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2505F8A8-15A2-4DA3-8246-F3D8E663E9E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/>
            <a:t>3. The Recovery Plan starts VMs in dependency order.</a:t>
          </a:r>
          <a:endParaRPr lang="en-US"/>
        </a:p>
      </dgm:t>
    </dgm:pt>
    <dgm:pt modelId="{4421175A-FA3E-4156-87E9-95225FC03F31}" type="parTrans" cxnId="{12C9FFB1-3A21-4BCE-88DE-0CA1D5B9B44E}">
      <dgm:prSet/>
      <dgm:spPr/>
      <dgm:t>
        <a:bodyPr/>
        <a:lstStyle/>
        <a:p>
          <a:endParaRPr lang="en-US"/>
        </a:p>
      </dgm:t>
    </dgm:pt>
    <dgm:pt modelId="{B48A8683-879E-4342-ADD0-65E994885060}" type="sibTrans" cxnId="{12C9FFB1-3A21-4BCE-88DE-0CA1D5B9B44E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0991CB6F-8049-4E62-8984-74CE67002CB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/>
            <a:t>4. The secondary Azure VNet provides required network connectivity.</a:t>
          </a:r>
          <a:endParaRPr lang="en-US"/>
        </a:p>
      </dgm:t>
    </dgm:pt>
    <dgm:pt modelId="{518DD426-503C-46EE-AFD0-54AF72AF53E8}" type="parTrans" cxnId="{2AC6DEAC-0E1E-46D3-87F6-9AD49C4A549B}">
      <dgm:prSet/>
      <dgm:spPr/>
      <dgm:t>
        <a:bodyPr/>
        <a:lstStyle/>
        <a:p>
          <a:endParaRPr lang="en-US"/>
        </a:p>
      </dgm:t>
    </dgm:pt>
    <dgm:pt modelId="{A1C04211-B9BC-497A-A6E5-67D26182C100}" type="sibTrans" cxnId="{2AC6DEAC-0E1E-46D3-87F6-9AD49C4A549B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4D9F76F4-0F20-434A-90C9-A1E778755BB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/>
            <a:t>5. The application becomes available from the recovered environment.</a:t>
          </a:r>
          <a:endParaRPr lang="en-US"/>
        </a:p>
      </dgm:t>
    </dgm:pt>
    <dgm:pt modelId="{AB809299-E8D2-4EE5-8371-F45961D97139}" type="parTrans" cxnId="{0A05AE3C-4D88-4D82-AF3C-B1BF0C7878CC}">
      <dgm:prSet/>
      <dgm:spPr/>
      <dgm:t>
        <a:bodyPr/>
        <a:lstStyle/>
        <a:p>
          <a:endParaRPr lang="en-US"/>
        </a:p>
      </dgm:t>
    </dgm:pt>
    <dgm:pt modelId="{88AEFF5F-1590-4899-82A9-660E9C60C441}" type="sibTrans" cxnId="{0A05AE3C-4D88-4D82-AF3C-B1BF0C7878CC}">
      <dgm:prSet/>
      <dgm:spPr/>
      <dgm:t>
        <a:bodyPr/>
        <a:lstStyle/>
        <a:p>
          <a:endParaRPr lang="en-US"/>
        </a:p>
      </dgm:t>
    </dgm:pt>
    <dgm:pt modelId="{4BB9A701-C47E-4C3F-AAD2-397DF43A8802}" type="pres">
      <dgm:prSet presAssocID="{25A35326-EB2F-4C35-995A-7BB1A3E6478A}" presName="root" presStyleCnt="0">
        <dgm:presLayoutVars>
          <dgm:dir/>
          <dgm:resizeHandles val="exact"/>
        </dgm:presLayoutVars>
      </dgm:prSet>
      <dgm:spPr/>
    </dgm:pt>
    <dgm:pt modelId="{2624BB21-BFC6-485A-82E1-885D7612471F}" type="pres">
      <dgm:prSet presAssocID="{25A35326-EB2F-4C35-995A-7BB1A3E6478A}" presName="container" presStyleCnt="0">
        <dgm:presLayoutVars>
          <dgm:dir/>
          <dgm:resizeHandles val="exact"/>
        </dgm:presLayoutVars>
      </dgm:prSet>
      <dgm:spPr/>
    </dgm:pt>
    <dgm:pt modelId="{736F99F8-2CEC-4F64-BE99-0EB97682421B}" type="pres">
      <dgm:prSet presAssocID="{F139E42A-AE6C-48A4-8671-2939762E568F}" presName="compNode" presStyleCnt="0"/>
      <dgm:spPr/>
    </dgm:pt>
    <dgm:pt modelId="{6DC86971-4085-49E6-856D-4F9A11A33D5D}" type="pres">
      <dgm:prSet presAssocID="{F139E42A-AE6C-48A4-8671-2939762E568F}" presName="iconBgRect" presStyleLbl="bgShp" presStyleIdx="0" presStyleCnt="5"/>
      <dgm:spPr/>
    </dgm:pt>
    <dgm:pt modelId="{39DC2720-290B-4326-9F85-3CD0712A5B3C}" type="pres">
      <dgm:prSet presAssocID="{F139E42A-AE6C-48A4-8671-2939762E568F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io-Hazard"/>
        </a:ext>
      </dgm:extLst>
    </dgm:pt>
    <dgm:pt modelId="{BFD83E0B-4998-4624-BD2F-C328FE765B5A}" type="pres">
      <dgm:prSet presAssocID="{F139E42A-AE6C-48A4-8671-2939762E568F}" presName="spaceRect" presStyleCnt="0"/>
      <dgm:spPr/>
    </dgm:pt>
    <dgm:pt modelId="{5BDED547-DF1A-4295-9150-4A3B27ED9927}" type="pres">
      <dgm:prSet presAssocID="{F139E42A-AE6C-48A4-8671-2939762E568F}" presName="textRect" presStyleLbl="revTx" presStyleIdx="0" presStyleCnt="5">
        <dgm:presLayoutVars>
          <dgm:chMax val="1"/>
          <dgm:chPref val="1"/>
        </dgm:presLayoutVars>
      </dgm:prSet>
      <dgm:spPr/>
    </dgm:pt>
    <dgm:pt modelId="{3C9E2357-7162-4393-BCDE-9A935A4685F6}" type="pres">
      <dgm:prSet presAssocID="{67D96FCB-0B87-4E7C-BF4E-6E4C07CACE76}" presName="sibTrans" presStyleLbl="sibTrans2D1" presStyleIdx="0" presStyleCnt="0"/>
      <dgm:spPr/>
    </dgm:pt>
    <dgm:pt modelId="{CE4424D4-63F3-4517-985F-717F87240374}" type="pres">
      <dgm:prSet presAssocID="{FDEA705F-CBF9-421E-8362-9ED89882B0C6}" presName="compNode" presStyleCnt="0"/>
      <dgm:spPr/>
    </dgm:pt>
    <dgm:pt modelId="{2F8976E7-0780-47CE-A836-7B2AF3AE392A}" type="pres">
      <dgm:prSet presAssocID="{FDEA705F-CBF9-421E-8362-9ED89882B0C6}" presName="iconBgRect" presStyleLbl="bgShp" presStyleIdx="1" presStyleCnt="5"/>
      <dgm:spPr/>
    </dgm:pt>
    <dgm:pt modelId="{6423B894-0CC4-4CF6-BED9-27D57CC472A3}" type="pres">
      <dgm:prSet presAssocID="{FDEA705F-CBF9-421E-8362-9ED89882B0C6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oud"/>
        </a:ext>
      </dgm:extLst>
    </dgm:pt>
    <dgm:pt modelId="{1F85EF88-07F6-46E4-88AB-E0F4281113BF}" type="pres">
      <dgm:prSet presAssocID="{FDEA705F-CBF9-421E-8362-9ED89882B0C6}" presName="spaceRect" presStyleCnt="0"/>
      <dgm:spPr/>
    </dgm:pt>
    <dgm:pt modelId="{9F9DF9FB-330C-486A-A2BB-A29A0371AD0D}" type="pres">
      <dgm:prSet presAssocID="{FDEA705F-CBF9-421E-8362-9ED89882B0C6}" presName="textRect" presStyleLbl="revTx" presStyleIdx="1" presStyleCnt="5">
        <dgm:presLayoutVars>
          <dgm:chMax val="1"/>
          <dgm:chPref val="1"/>
        </dgm:presLayoutVars>
      </dgm:prSet>
      <dgm:spPr/>
    </dgm:pt>
    <dgm:pt modelId="{4D0DF620-A737-4E5C-9E3F-11375A7264E3}" type="pres">
      <dgm:prSet presAssocID="{0B425876-A163-423F-816E-0BA417B6E93A}" presName="sibTrans" presStyleLbl="sibTrans2D1" presStyleIdx="0" presStyleCnt="0"/>
      <dgm:spPr/>
    </dgm:pt>
    <dgm:pt modelId="{D5DCFD5F-3EAA-4D7E-8495-882558A1017B}" type="pres">
      <dgm:prSet presAssocID="{2505F8A8-15A2-4DA3-8246-F3D8E663E9ED}" presName="compNode" presStyleCnt="0"/>
      <dgm:spPr/>
    </dgm:pt>
    <dgm:pt modelId="{25BB0101-EAB5-400E-9DD8-9BF89F93B07A}" type="pres">
      <dgm:prSet presAssocID="{2505F8A8-15A2-4DA3-8246-F3D8E663E9ED}" presName="iconBgRect" presStyleLbl="bgShp" presStyleIdx="2" presStyleCnt="5"/>
      <dgm:spPr/>
    </dgm:pt>
    <dgm:pt modelId="{4D8C4BF6-9972-46A1-8178-FF2C8D2FD079}" type="pres">
      <dgm:prSet presAssocID="{2505F8A8-15A2-4DA3-8246-F3D8E663E9ED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efresh"/>
        </a:ext>
      </dgm:extLst>
    </dgm:pt>
    <dgm:pt modelId="{79C24BF8-0B51-4015-8922-F2AA9D36CD05}" type="pres">
      <dgm:prSet presAssocID="{2505F8A8-15A2-4DA3-8246-F3D8E663E9ED}" presName="spaceRect" presStyleCnt="0"/>
      <dgm:spPr/>
    </dgm:pt>
    <dgm:pt modelId="{94BEC53B-EDDB-45C6-9747-381B0421DA25}" type="pres">
      <dgm:prSet presAssocID="{2505F8A8-15A2-4DA3-8246-F3D8E663E9ED}" presName="textRect" presStyleLbl="revTx" presStyleIdx="2" presStyleCnt="5">
        <dgm:presLayoutVars>
          <dgm:chMax val="1"/>
          <dgm:chPref val="1"/>
        </dgm:presLayoutVars>
      </dgm:prSet>
      <dgm:spPr/>
    </dgm:pt>
    <dgm:pt modelId="{084ABCB9-1991-4987-9761-92E03C629D38}" type="pres">
      <dgm:prSet presAssocID="{B48A8683-879E-4342-ADD0-65E994885060}" presName="sibTrans" presStyleLbl="sibTrans2D1" presStyleIdx="0" presStyleCnt="0"/>
      <dgm:spPr/>
    </dgm:pt>
    <dgm:pt modelId="{52AD1660-2DEE-413E-BCC4-7B62A59BF79D}" type="pres">
      <dgm:prSet presAssocID="{0991CB6F-8049-4E62-8984-74CE67002CB3}" presName="compNode" presStyleCnt="0"/>
      <dgm:spPr/>
    </dgm:pt>
    <dgm:pt modelId="{778C9342-EA16-47E4-BF95-DF1D2353DFEE}" type="pres">
      <dgm:prSet presAssocID="{0991CB6F-8049-4E62-8984-74CE67002CB3}" presName="iconBgRect" presStyleLbl="bgShp" presStyleIdx="3" presStyleCnt="5"/>
      <dgm:spPr/>
    </dgm:pt>
    <dgm:pt modelId="{AE94FCD0-FA9D-4C0F-8DE2-7ADBE0D1B2C9}" type="pres">
      <dgm:prSet presAssocID="{0991CB6F-8049-4E62-8984-74CE67002CB3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162F0AFB-F0A0-4232-9A20-4A17BA320D0D}" type="pres">
      <dgm:prSet presAssocID="{0991CB6F-8049-4E62-8984-74CE67002CB3}" presName="spaceRect" presStyleCnt="0"/>
      <dgm:spPr/>
    </dgm:pt>
    <dgm:pt modelId="{3D69D951-0F5D-4AA9-A882-8DDD92A2BF57}" type="pres">
      <dgm:prSet presAssocID="{0991CB6F-8049-4E62-8984-74CE67002CB3}" presName="textRect" presStyleLbl="revTx" presStyleIdx="3" presStyleCnt="5">
        <dgm:presLayoutVars>
          <dgm:chMax val="1"/>
          <dgm:chPref val="1"/>
        </dgm:presLayoutVars>
      </dgm:prSet>
      <dgm:spPr/>
    </dgm:pt>
    <dgm:pt modelId="{2A057C23-E4EC-449B-AB93-E46EBD2B64DD}" type="pres">
      <dgm:prSet presAssocID="{A1C04211-B9BC-497A-A6E5-67D26182C100}" presName="sibTrans" presStyleLbl="sibTrans2D1" presStyleIdx="0" presStyleCnt="0"/>
      <dgm:spPr/>
    </dgm:pt>
    <dgm:pt modelId="{6966E5E0-9E49-4E7E-9DA7-AF1219C58F04}" type="pres">
      <dgm:prSet presAssocID="{4D9F76F4-0F20-434A-90C9-A1E778755BBB}" presName="compNode" presStyleCnt="0"/>
      <dgm:spPr/>
    </dgm:pt>
    <dgm:pt modelId="{4C9C066F-89D3-4D42-A75B-44C53593A4A8}" type="pres">
      <dgm:prSet presAssocID="{4D9F76F4-0F20-434A-90C9-A1E778755BBB}" presName="iconBgRect" presStyleLbl="bgShp" presStyleIdx="4" presStyleCnt="5"/>
      <dgm:spPr/>
    </dgm:pt>
    <dgm:pt modelId="{3410AA50-62DD-44B9-91B0-2ACB10BEFB17}" type="pres">
      <dgm:prSet presAssocID="{4D9F76F4-0F20-434A-90C9-A1E778755BBB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edical"/>
        </a:ext>
      </dgm:extLst>
    </dgm:pt>
    <dgm:pt modelId="{A38F6B1E-7925-45A2-9F63-2B0D4AF60BDD}" type="pres">
      <dgm:prSet presAssocID="{4D9F76F4-0F20-434A-90C9-A1E778755BBB}" presName="spaceRect" presStyleCnt="0"/>
      <dgm:spPr/>
    </dgm:pt>
    <dgm:pt modelId="{3B9C5298-8BB0-4BDC-9AA3-BF6EC8CDDFEF}" type="pres">
      <dgm:prSet presAssocID="{4D9F76F4-0F20-434A-90C9-A1E778755BBB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8E562006-7508-4508-BAA4-251ADB1C0460}" type="presOf" srcId="{0B425876-A163-423F-816E-0BA417B6E93A}" destId="{4D0DF620-A737-4E5C-9E3F-11375A7264E3}" srcOrd="0" destOrd="0" presId="urn:microsoft.com/office/officeart/2018/2/layout/IconCircleList"/>
    <dgm:cxn modelId="{0A05AE3C-4D88-4D82-AF3C-B1BF0C7878CC}" srcId="{25A35326-EB2F-4C35-995A-7BB1A3E6478A}" destId="{4D9F76F4-0F20-434A-90C9-A1E778755BBB}" srcOrd="4" destOrd="0" parTransId="{AB809299-E8D2-4EE5-8371-F45961D97139}" sibTransId="{88AEFF5F-1590-4899-82A9-660E9C60C441}"/>
    <dgm:cxn modelId="{50260160-2BA7-4071-9834-BA460025CE78}" type="presOf" srcId="{67D96FCB-0B87-4E7C-BF4E-6E4C07CACE76}" destId="{3C9E2357-7162-4393-BCDE-9A935A4685F6}" srcOrd="0" destOrd="0" presId="urn:microsoft.com/office/officeart/2018/2/layout/IconCircleList"/>
    <dgm:cxn modelId="{43C9946C-5BE4-402B-8F75-FAE90AF4B301}" type="presOf" srcId="{B48A8683-879E-4342-ADD0-65E994885060}" destId="{084ABCB9-1991-4987-9761-92E03C629D38}" srcOrd="0" destOrd="0" presId="urn:microsoft.com/office/officeart/2018/2/layout/IconCircleList"/>
    <dgm:cxn modelId="{EEE38151-1050-4F5D-A379-2F20AE5179DE}" type="presOf" srcId="{A1C04211-B9BC-497A-A6E5-67D26182C100}" destId="{2A057C23-E4EC-449B-AB93-E46EBD2B64DD}" srcOrd="0" destOrd="0" presId="urn:microsoft.com/office/officeart/2018/2/layout/IconCircleList"/>
    <dgm:cxn modelId="{0D6CD382-7C82-4A73-B8DB-6D18BF3FEAC9}" srcId="{25A35326-EB2F-4C35-995A-7BB1A3E6478A}" destId="{FDEA705F-CBF9-421E-8362-9ED89882B0C6}" srcOrd="1" destOrd="0" parTransId="{8FF9C075-1E6A-4CD6-82FF-55EA77AA9F36}" sibTransId="{0B425876-A163-423F-816E-0BA417B6E93A}"/>
    <dgm:cxn modelId="{4B961F93-5063-4E27-867A-29C4AE3CF05B}" type="presOf" srcId="{F139E42A-AE6C-48A4-8671-2939762E568F}" destId="{5BDED547-DF1A-4295-9150-4A3B27ED9927}" srcOrd="0" destOrd="0" presId="urn:microsoft.com/office/officeart/2018/2/layout/IconCircleList"/>
    <dgm:cxn modelId="{AC3C039E-D0B7-43DA-AA7C-3931EA5313B9}" type="presOf" srcId="{4D9F76F4-0F20-434A-90C9-A1E778755BBB}" destId="{3B9C5298-8BB0-4BDC-9AA3-BF6EC8CDDFEF}" srcOrd="0" destOrd="0" presId="urn:microsoft.com/office/officeart/2018/2/layout/IconCircleList"/>
    <dgm:cxn modelId="{078E14A8-F3F7-47C1-BC89-27D0122C17B7}" type="presOf" srcId="{2505F8A8-15A2-4DA3-8246-F3D8E663E9ED}" destId="{94BEC53B-EDDB-45C6-9747-381B0421DA25}" srcOrd="0" destOrd="0" presId="urn:microsoft.com/office/officeart/2018/2/layout/IconCircleList"/>
    <dgm:cxn modelId="{2AC6DEAC-0E1E-46D3-87F6-9AD49C4A549B}" srcId="{25A35326-EB2F-4C35-995A-7BB1A3E6478A}" destId="{0991CB6F-8049-4E62-8984-74CE67002CB3}" srcOrd="3" destOrd="0" parTransId="{518DD426-503C-46EE-AFD0-54AF72AF53E8}" sibTransId="{A1C04211-B9BC-497A-A6E5-67D26182C100}"/>
    <dgm:cxn modelId="{12C9FFB1-3A21-4BCE-88DE-0CA1D5B9B44E}" srcId="{25A35326-EB2F-4C35-995A-7BB1A3E6478A}" destId="{2505F8A8-15A2-4DA3-8246-F3D8E663E9ED}" srcOrd="2" destOrd="0" parTransId="{4421175A-FA3E-4156-87E9-95225FC03F31}" sibTransId="{B48A8683-879E-4342-ADD0-65E994885060}"/>
    <dgm:cxn modelId="{0A7221CB-0C91-46E2-9DF0-264135882935}" type="presOf" srcId="{25A35326-EB2F-4C35-995A-7BB1A3E6478A}" destId="{4BB9A701-C47E-4C3F-AAD2-397DF43A8802}" srcOrd="0" destOrd="0" presId="urn:microsoft.com/office/officeart/2018/2/layout/IconCircleList"/>
    <dgm:cxn modelId="{A5E288EA-AE9A-4F69-96A2-B36BA0586246}" type="presOf" srcId="{FDEA705F-CBF9-421E-8362-9ED89882B0C6}" destId="{9F9DF9FB-330C-486A-A2BB-A29A0371AD0D}" srcOrd="0" destOrd="0" presId="urn:microsoft.com/office/officeart/2018/2/layout/IconCircleList"/>
    <dgm:cxn modelId="{2290D1F7-784C-4C13-8E67-6F79CA4DDFD6}" type="presOf" srcId="{0991CB6F-8049-4E62-8984-74CE67002CB3}" destId="{3D69D951-0F5D-4AA9-A882-8DDD92A2BF57}" srcOrd="0" destOrd="0" presId="urn:microsoft.com/office/officeart/2018/2/layout/IconCircleList"/>
    <dgm:cxn modelId="{9B720BFE-F224-4FAC-9437-82FC14E86CB2}" srcId="{25A35326-EB2F-4C35-995A-7BB1A3E6478A}" destId="{F139E42A-AE6C-48A4-8671-2939762E568F}" srcOrd="0" destOrd="0" parTransId="{DD1100F5-5370-45C7-B80A-8ECAAF3FCFCD}" sibTransId="{67D96FCB-0B87-4E7C-BF4E-6E4C07CACE76}"/>
    <dgm:cxn modelId="{FB426A01-9451-4A36-A1F9-26497C9C7FD4}" type="presParOf" srcId="{4BB9A701-C47E-4C3F-AAD2-397DF43A8802}" destId="{2624BB21-BFC6-485A-82E1-885D7612471F}" srcOrd="0" destOrd="0" presId="urn:microsoft.com/office/officeart/2018/2/layout/IconCircleList"/>
    <dgm:cxn modelId="{5349E468-3B04-4419-9414-376C910D7C1B}" type="presParOf" srcId="{2624BB21-BFC6-485A-82E1-885D7612471F}" destId="{736F99F8-2CEC-4F64-BE99-0EB97682421B}" srcOrd="0" destOrd="0" presId="urn:microsoft.com/office/officeart/2018/2/layout/IconCircleList"/>
    <dgm:cxn modelId="{47BE4900-E434-4984-B6BF-B008BC06362D}" type="presParOf" srcId="{736F99F8-2CEC-4F64-BE99-0EB97682421B}" destId="{6DC86971-4085-49E6-856D-4F9A11A33D5D}" srcOrd="0" destOrd="0" presId="urn:microsoft.com/office/officeart/2018/2/layout/IconCircleList"/>
    <dgm:cxn modelId="{0E6A4B19-21EE-4798-8128-95ADC88E3727}" type="presParOf" srcId="{736F99F8-2CEC-4F64-BE99-0EB97682421B}" destId="{39DC2720-290B-4326-9F85-3CD0712A5B3C}" srcOrd="1" destOrd="0" presId="urn:microsoft.com/office/officeart/2018/2/layout/IconCircleList"/>
    <dgm:cxn modelId="{5194A103-08F4-4984-A878-D853BAE46816}" type="presParOf" srcId="{736F99F8-2CEC-4F64-BE99-0EB97682421B}" destId="{BFD83E0B-4998-4624-BD2F-C328FE765B5A}" srcOrd="2" destOrd="0" presId="urn:microsoft.com/office/officeart/2018/2/layout/IconCircleList"/>
    <dgm:cxn modelId="{46F661AF-E7E4-407A-978F-942A751F9574}" type="presParOf" srcId="{736F99F8-2CEC-4F64-BE99-0EB97682421B}" destId="{5BDED547-DF1A-4295-9150-4A3B27ED9927}" srcOrd="3" destOrd="0" presId="urn:microsoft.com/office/officeart/2018/2/layout/IconCircleList"/>
    <dgm:cxn modelId="{99053BD4-ED0A-4FC3-B403-06FEE340B3A3}" type="presParOf" srcId="{2624BB21-BFC6-485A-82E1-885D7612471F}" destId="{3C9E2357-7162-4393-BCDE-9A935A4685F6}" srcOrd="1" destOrd="0" presId="urn:microsoft.com/office/officeart/2018/2/layout/IconCircleList"/>
    <dgm:cxn modelId="{7D3CF388-67ED-4054-98CF-0679443787F3}" type="presParOf" srcId="{2624BB21-BFC6-485A-82E1-885D7612471F}" destId="{CE4424D4-63F3-4517-985F-717F87240374}" srcOrd="2" destOrd="0" presId="urn:microsoft.com/office/officeart/2018/2/layout/IconCircleList"/>
    <dgm:cxn modelId="{AB7C4554-4E10-4A35-8954-874BEF40CFE8}" type="presParOf" srcId="{CE4424D4-63F3-4517-985F-717F87240374}" destId="{2F8976E7-0780-47CE-A836-7B2AF3AE392A}" srcOrd="0" destOrd="0" presId="urn:microsoft.com/office/officeart/2018/2/layout/IconCircleList"/>
    <dgm:cxn modelId="{8FB8537F-615A-4F3D-B989-78391539B72E}" type="presParOf" srcId="{CE4424D4-63F3-4517-985F-717F87240374}" destId="{6423B894-0CC4-4CF6-BED9-27D57CC472A3}" srcOrd="1" destOrd="0" presId="urn:microsoft.com/office/officeart/2018/2/layout/IconCircleList"/>
    <dgm:cxn modelId="{48E4BB20-B228-4605-98C6-423D6C53294F}" type="presParOf" srcId="{CE4424D4-63F3-4517-985F-717F87240374}" destId="{1F85EF88-07F6-46E4-88AB-E0F4281113BF}" srcOrd="2" destOrd="0" presId="urn:microsoft.com/office/officeart/2018/2/layout/IconCircleList"/>
    <dgm:cxn modelId="{2008C5E0-EDF6-4ABE-99A9-F9EC036AC002}" type="presParOf" srcId="{CE4424D4-63F3-4517-985F-717F87240374}" destId="{9F9DF9FB-330C-486A-A2BB-A29A0371AD0D}" srcOrd="3" destOrd="0" presId="urn:microsoft.com/office/officeart/2018/2/layout/IconCircleList"/>
    <dgm:cxn modelId="{B2DF87B5-1841-4BD7-9803-4591B92EF4C7}" type="presParOf" srcId="{2624BB21-BFC6-485A-82E1-885D7612471F}" destId="{4D0DF620-A737-4E5C-9E3F-11375A7264E3}" srcOrd="3" destOrd="0" presId="urn:microsoft.com/office/officeart/2018/2/layout/IconCircleList"/>
    <dgm:cxn modelId="{8CF18A9C-B066-4ECE-9AF8-CBF4130804D1}" type="presParOf" srcId="{2624BB21-BFC6-485A-82E1-885D7612471F}" destId="{D5DCFD5F-3EAA-4D7E-8495-882558A1017B}" srcOrd="4" destOrd="0" presId="urn:microsoft.com/office/officeart/2018/2/layout/IconCircleList"/>
    <dgm:cxn modelId="{50BE085F-CEE7-4E77-91E4-02E0FD0ECA2D}" type="presParOf" srcId="{D5DCFD5F-3EAA-4D7E-8495-882558A1017B}" destId="{25BB0101-EAB5-400E-9DD8-9BF89F93B07A}" srcOrd="0" destOrd="0" presId="urn:microsoft.com/office/officeart/2018/2/layout/IconCircleList"/>
    <dgm:cxn modelId="{6FE3F03F-A751-476E-90DB-CA6151D7E0DB}" type="presParOf" srcId="{D5DCFD5F-3EAA-4D7E-8495-882558A1017B}" destId="{4D8C4BF6-9972-46A1-8178-FF2C8D2FD079}" srcOrd="1" destOrd="0" presId="urn:microsoft.com/office/officeart/2018/2/layout/IconCircleList"/>
    <dgm:cxn modelId="{64F47270-4101-47ED-BB2C-FDA6364EA169}" type="presParOf" srcId="{D5DCFD5F-3EAA-4D7E-8495-882558A1017B}" destId="{79C24BF8-0B51-4015-8922-F2AA9D36CD05}" srcOrd="2" destOrd="0" presId="urn:microsoft.com/office/officeart/2018/2/layout/IconCircleList"/>
    <dgm:cxn modelId="{CC5DB278-564E-4BEA-B384-CD4FFD665731}" type="presParOf" srcId="{D5DCFD5F-3EAA-4D7E-8495-882558A1017B}" destId="{94BEC53B-EDDB-45C6-9747-381B0421DA25}" srcOrd="3" destOrd="0" presId="urn:microsoft.com/office/officeart/2018/2/layout/IconCircleList"/>
    <dgm:cxn modelId="{CC993151-6953-4CFA-8243-89BA013B00C1}" type="presParOf" srcId="{2624BB21-BFC6-485A-82E1-885D7612471F}" destId="{084ABCB9-1991-4987-9761-92E03C629D38}" srcOrd="5" destOrd="0" presId="urn:microsoft.com/office/officeart/2018/2/layout/IconCircleList"/>
    <dgm:cxn modelId="{E001212E-A2A6-4432-ADB1-B47112945FDF}" type="presParOf" srcId="{2624BB21-BFC6-485A-82E1-885D7612471F}" destId="{52AD1660-2DEE-413E-BCC4-7B62A59BF79D}" srcOrd="6" destOrd="0" presId="urn:microsoft.com/office/officeart/2018/2/layout/IconCircleList"/>
    <dgm:cxn modelId="{4A5B8924-811D-43F8-8640-61B143C9BBD9}" type="presParOf" srcId="{52AD1660-2DEE-413E-BCC4-7B62A59BF79D}" destId="{778C9342-EA16-47E4-BF95-DF1D2353DFEE}" srcOrd="0" destOrd="0" presId="urn:microsoft.com/office/officeart/2018/2/layout/IconCircleList"/>
    <dgm:cxn modelId="{FD0DE42B-AA9F-48E9-B275-AB9D2BD1E6EB}" type="presParOf" srcId="{52AD1660-2DEE-413E-BCC4-7B62A59BF79D}" destId="{AE94FCD0-FA9D-4C0F-8DE2-7ADBE0D1B2C9}" srcOrd="1" destOrd="0" presId="urn:microsoft.com/office/officeart/2018/2/layout/IconCircleList"/>
    <dgm:cxn modelId="{DE2F034F-A8C5-4A13-A81B-F6073AF36F38}" type="presParOf" srcId="{52AD1660-2DEE-413E-BCC4-7B62A59BF79D}" destId="{162F0AFB-F0A0-4232-9A20-4A17BA320D0D}" srcOrd="2" destOrd="0" presId="urn:microsoft.com/office/officeart/2018/2/layout/IconCircleList"/>
    <dgm:cxn modelId="{4F2AEAEA-05B5-40D6-A5EE-59FA9A02B4E1}" type="presParOf" srcId="{52AD1660-2DEE-413E-BCC4-7B62A59BF79D}" destId="{3D69D951-0F5D-4AA9-A882-8DDD92A2BF57}" srcOrd="3" destOrd="0" presId="urn:microsoft.com/office/officeart/2018/2/layout/IconCircleList"/>
    <dgm:cxn modelId="{B154D9C4-433B-41A1-ADC2-0EE9E2C1C9C5}" type="presParOf" srcId="{2624BB21-BFC6-485A-82E1-885D7612471F}" destId="{2A057C23-E4EC-449B-AB93-E46EBD2B64DD}" srcOrd="7" destOrd="0" presId="urn:microsoft.com/office/officeart/2018/2/layout/IconCircleList"/>
    <dgm:cxn modelId="{BF3BC1D7-121C-4FF2-BFFD-9FC0092DB4DF}" type="presParOf" srcId="{2624BB21-BFC6-485A-82E1-885D7612471F}" destId="{6966E5E0-9E49-4E7E-9DA7-AF1219C58F04}" srcOrd="8" destOrd="0" presId="urn:microsoft.com/office/officeart/2018/2/layout/IconCircleList"/>
    <dgm:cxn modelId="{1032847B-40F8-462B-8565-447ED14B5630}" type="presParOf" srcId="{6966E5E0-9E49-4E7E-9DA7-AF1219C58F04}" destId="{4C9C066F-89D3-4D42-A75B-44C53593A4A8}" srcOrd="0" destOrd="0" presId="urn:microsoft.com/office/officeart/2018/2/layout/IconCircleList"/>
    <dgm:cxn modelId="{CEF7BC02-DED7-4699-8034-76D2EC3E97F1}" type="presParOf" srcId="{6966E5E0-9E49-4E7E-9DA7-AF1219C58F04}" destId="{3410AA50-62DD-44B9-91B0-2ACB10BEFB17}" srcOrd="1" destOrd="0" presId="urn:microsoft.com/office/officeart/2018/2/layout/IconCircleList"/>
    <dgm:cxn modelId="{BF9252B6-09AB-47E1-AFD1-D63050C6A7BE}" type="presParOf" srcId="{6966E5E0-9E49-4E7E-9DA7-AF1219C58F04}" destId="{A38F6B1E-7925-45A2-9F63-2B0D4AF60BDD}" srcOrd="2" destOrd="0" presId="urn:microsoft.com/office/officeart/2018/2/layout/IconCircleList"/>
    <dgm:cxn modelId="{2BB2F751-03D4-46C7-9F3E-79FB2467DD18}" type="presParOf" srcId="{6966E5E0-9E49-4E7E-9DA7-AF1219C58F04}" destId="{3B9C5298-8BB0-4BDC-9AA3-BF6EC8CDDFEF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EB206478-34B0-4FD0-8744-84C76B517B54}" type="doc">
      <dgm:prSet loTypeId="urn:microsoft.com/office/officeart/2018/2/layout/IconCircleList" loCatId="icon" qsTypeId="urn:microsoft.com/office/officeart/2005/8/quickstyle/simple1#22" qsCatId="simple" csTypeId="urn:microsoft.com/office/officeart/2005/8/colors/accent1_2#22" csCatId="accent1" phldr="1"/>
      <dgm:spPr/>
      <dgm:t>
        <a:bodyPr/>
        <a:lstStyle/>
        <a:p>
          <a:endParaRPr lang="en-US"/>
        </a:p>
      </dgm:t>
    </dgm:pt>
    <dgm:pt modelId="{756227C0-EFA3-4C18-9C17-6BB0714FF75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/>
            <a:t>Azure Site Recovery Test Failover validates the recovery process before an actual disaster.</a:t>
          </a:r>
          <a:endParaRPr lang="en-US"/>
        </a:p>
      </dgm:t>
    </dgm:pt>
    <dgm:pt modelId="{F9B7E117-A4A9-43BF-9EA0-CE3110F4A957}" type="parTrans" cxnId="{213506D5-DD1D-4F41-A625-8B588DBBA3D1}">
      <dgm:prSet/>
      <dgm:spPr/>
      <dgm:t>
        <a:bodyPr/>
        <a:lstStyle/>
        <a:p>
          <a:endParaRPr lang="en-US"/>
        </a:p>
      </dgm:t>
    </dgm:pt>
    <dgm:pt modelId="{7995CFAB-5FA2-4375-A0C4-A108DD229783}" type="sibTrans" cxnId="{213506D5-DD1D-4F41-A625-8B588DBBA3D1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B6F548E1-E747-4FB3-8BCB-F5077535569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/>
            <a:t>Testing is performed without affecting the production environment.</a:t>
          </a:r>
          <a:endParaRPr lang="en-US"/>
        </a:p>
      </dgm:t>
    </dgm:pt>
    <dgm:pt modelId="{4F58BB56-B6BB-4F57-8A1C-72FDFC71A60B}" type="parTrans" cxnId="{316A369D-A2EB-4357-B984-D286B97F5BC2}">
      <dgm:prSet/>
      <dgm:spPr/>
      <dgm:t>
        <a:bodyPr/>
        <a:lstStyle/>
        <a:p>
          <a:endParaRPr lang="en-US"/>
        </a:p>
      </dgm:t>
    </dgm:pt>
    <dgm:pt modelId="{FC761B7C-7580-4A9F-9C66-68486DE5C3FF}" type="sibTrans" cxnId="{316A369D-A2EB-4357-B984-D286B97F5BC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07877CAD-5E60-4059-9ED6-23853341407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/>
            <a:t>A separate isolated test network is used to prevent conflicts with the primary environment.</a:t>
          </a:r>
          <a:endParaRPr lang="en-US"/>
        </a:p>
      </dgm:t>
    </dgm:pt>
    <dgm:pt modelId="{932CEC1C-97BA-4C9A-A905-C78806E78770}" type="parTrans" cxnId="{8ADE6736-AD77-484C-9115-D159ADE6D714}">
      <dgm:prSet/>
      <dgm:spPr/>
      <dgm:t>
        <a:bodyPr/>
        <a:lstStyle/>
        <a:p>
          <a:endParaRPr lang="en-US"/>
        </a:p>
      </dgm:t>
    </dgm:pt>
    <dgm:pt modelId="{18C74AE7-8613-40A3-8F33-BC6370E209BE}" type="sibTrans" cxnId="{8ADE6736-AD77-484C-9115-D159ADE6D714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9E552776-4C2F-4727-89D7-9B7D15A988B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/>
            <a:t>The test confirms that the recovery workflow and VM startup sequence operate as intended.</a:t>
          </a:r>
          <a:endParaRPr lang="en-US"/>
        </a:p>
      </dgm:t>
    </dgm:pt>
    <dgm:pt modelId="{229AF1B9-AAE2-4399-8BE3-7EB2E0A45468}" type="parTrans" cxnId="{C058FC52-6037-4C71-AFD6-03473D6C4441}">
      <dgm:prSet/>
      <dgm:spPr/>
      <dgm:t>
        <a:bodyPr/>
        <a:lstStyle/>
        <a:p>
          <a:endParaRPr lang="en-US"/>
        </a:p>
      </dgm:t>
    </dgm:pt>
    <dgm:pt modelId="{A45EBFDA-EC9E-42D2-8A0C-514750D851FF}" type="sibTrans" cxnId="{C058FC52-6037-4C71-AFD6-03473D6C4441}">
      <dgm:prSet/>
      <dgm:spPr/>
      <dgm:t>
        <a:bodyPr/>
        <a:lstStyle/>
        <a:p>
          <a:endParaRPr lang="en-US"/>
        </a:p>
      </dgm:t>
    </dgm:pt>
    <dgm:pt modelId="{A2C9085F-A7F4-4B2F-AAE9-C69DB16B93A5}" type="pres">
      <dgm:prSet presAssocID="{EB206478-34B0-4FD0-8744-84C76B517B54}" presName="root" presStyleCnt="0">
        <dgm:presLayoutVars>
          <dgm:dir/>
          <dgm:resizeHandles val="exact"/>
        </dgm:presLayoutVars>
      </dgm:prSet>
      <dgm:spPr/>
    </dgm:pt>
    <dgm:pt modelId="{9907D66F-E8A4-4654-8E81-5B0926E9B71B}" type="pres">
      <dgm:prSet presAssocID="{EB206478-34B0-4FD0-8744-84C76B517B54}" presName="container" presStyleCnt="0">
        <dgm:presLayoutVars>
          <dgm:dir/>
          <dgm:resizeHandles val="exact"/>
        </dgm:presLayoutVars>
      </dgm:prSet>
      <dgm:spPr/>
    </dgm:pt>
    <dgm:pt modelId="{E4670F02-7A4C-483A-BDC8-1562CB05B0C2}" type="pres">
      <dgm:prSet presAssocID="{756227C0-EFA3-4C18-9C17-6BB0714FF75E}" presName="compNode" presStyleCnt="0"/>
      <dgm:spPr/>
    </dgm:pt>
    <dgm:pt modelId="{5D8EC9D0-2A8F-45CF-B26C-CAA3F7ACB161}" type="pres">
      <dgm:prSet presAssocID="{756227C0-EFA3-4C18-9C17-6BB0714FF75E}" presName="iconBgRect" presStyleLbl="bgShp" presStyleIdx="0" presStyleCnt="4"/>
      <dgm:spPr/>
    </dgm:pt>
    <dgm:pt modelId="{C42C60C7-8D3E-4246-9C37-DAEEDAFB07CB}" type="pres">
      <dgm:prSet presAssocID="{756227C0-EFA3-4C18-9C17-6BB0714FF75E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3DED2FAA-5F75-43F7-8A61-582DB5010985}" type="pres">
      <dgm:prSet presAssocID="{756227C0-EFA3-4C18-9C17-6BB0714FF75E}" presName="spaceRect" presStyleCnt="0"/>
      <dgm:spPr/>
    </dgm:pt>
    <dgm:pt modelId="{ADAB7B6C-A998-4FD6-B6D6-3CC6FE978DBC}" type="pres">
      <dgm:prSet presAssocID="{756227C0-EFA3-4C18-9C17-6BB0714FF75E}" presName="textRect" presStyleLbl="revTx" presStyleIdx="0" presStyleCnt="4">
        <dgm:presLayoutVars>
          <dgm:chMax val="1"/>
          <dgm:chPref val="1"/>
        </dgm:presLayoutVars>
      </dgm:prSet>
      <dgm:spPr/>
    </dgm:pt>
    <dgm:pt modelId="{F8262C82-EE4F-47C1-A605-A79DDB497A17}" type="pres">
      <dgm:prSet presAssocID="{7995CFAB-5FA2-4375-A0C4-A108DD229783}" presName="sibTrans" presStyleLbl="sibTrans2D1" presStyleIdx="0" presStyleCnt="0"/>
      <dgm:spPr/>
    </dgm:pt>
    <dgm:pt modelId="{3F0565BA-2616-45FF-A165-0904FBE082D7}" type="pres">
      <dgm:prSet presAssocID="{B6F548E1-E747-4FB3-8BCB-F50775355695}" presName="compNode" presStyleCnt="0"/>
      <dgm:spPr/>
    </dgm:pt>
    <dgm:pt modelId="{80C38954-172F-4348-8BD7-E88EF8B431A2}" type="pres">
      <dgm:prSet presAssocID="{B6F548E1-E747-4FB3-8BCB-F50775355695}" presName="iconBgRect" presStyleLbl="bgShp" presStyleIdx="1" presStyleCnt="4"/>
      <dgm:spPr/>
    </dgm:pt>
    <dgm:pt modelId="{5DFC4C36-9C06-41AE-80C6-37DC097F0DDE}" type="pres">
      <dgm:prSet presAssocID="{B6F548E1-E747-4FB3-8BCB-F50775355695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cientist"/>
        </a:ext>
      </dgm:extLst>
    </dgm:pt>
    <dgm:pt modelId="{98F79F50-74FF-450B-9504-5DCE91C946EA}" type="pres">
      <dgm:prSet presAssocID="{B6F548E1-E747-4FB3-8BCB-F50775355695}" presName="spaceRect" presStyleCnt="0"/>
      <dgm:spPr/>
    </dgm:pt>
    <dgm:pt modelId="{D8194BE4-CAD0-4D42-ADFC-9D999A3F98E2}" type="pres">
      <dgm:prSet presAssocID="{B6F548E1-E747-4FB3-8BCB-F50775355695}" presName="textRect" presStyleLbl="revTx" presStyleIdx="1" presStyleCnt="4">
        <dgm:presLayoutVars>
          <dgm:chMax val="1"/>
          <dgm:chPref val="1"/>
        </dgm:presLayoutVars>
      </dgm:prSet>
      <dgm:spPr/>
    </dgm:pt>
    <dgm:pt modelId="{0E090392-F284-4DD3-AC22-6B6891774445}" type="pres">
      <dgm:prSet presAssocID="{FC761B7C-7580-4A9F-9C66-68486DE5C3FF}" presName="sibTrans" presStyleLbl="sibTrans2D1" presStyleIdx="0" presStyleCnt="0"/>
      <dgm:spPr/>
    </dgm:pt>
    <dgm:pt modelId="{10DA5196-8F9D-4DCF-B31D-F1974816911D}" type="pres">
      <dgm:prSet presAssocID="{07877CAD-5E60-4059-9ED6-23853341407D}" presName="compNode" presStyleCnt="0"/>
      <dgm:spPr/>
    </dgm:pt>
    <dgm:pt modelId="{805B4C83-FA8E-43A7-842E-3FE46CE71F8B}" type="pres">
      <dgm:prSet presAssocID="{07877CAD-5E60-4059-9ED6-23853341407D}" presName="iconBgRect" presStyleLbl="bgShp" presStyleIdx="2" presStyleCnt="4"/>
      <dgm:spPr/>
    </dgm:pt>
    <dgm:pt modelId="{DF74F4D1-8FF6-482E-96ED-69C89A5D6B83}" type="pres">
      <dgm:prSet presAssocID="{07877CAD-5E60-4059-9ED6-23853341407D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8771916C-ED5C-41B8-8C8C-175D9B8A84BB}" type="pres">
      <dgm:prSet presAssocID="{07877CAD-5E60-4059-9ED6-23853341407D}" presName="spaceRect" presStyleCnt="0"/>
      <dgm:spPr/>
    </dgm:pt>
    <dgm:pt modelId="{B9E3E8D6-2688-4085-A0F9-DBC73C59E0C3}" type="pres">
      <dgm:prSet presAssocID="{07877CAD-5E60-4059-9ED6-23853341407D}" presName="textRect" presStyleLbl="revTx" presStyleIdx="2" presStyleCnt="4">
        <dgm:presLayoutVars>
          <dgm:chMax val="1"/>
          <dgm:chPref val="1"/>
        </dgm:presLayoutVars>
      </dgm:prSet>
      <dgm:spPr/>
    </dgm:pt>
    <dgm:pt modelId="{009C7A66-4F33-46F8-9C67-0AFE78E789B8}" type="pres">
      <dgm:prSet presAssocID="{18C74AE7-8613-40A3-8F33-BC6370E209BE}" presName="sibTrans" presStyleLbl="sibTrans2D1" presStyleIdx="0" presStyleCnt="0"/>
      <dgm:spPr/>
    </dgm:pt>
    <dgm:pt modelId="{085B68F2-DE2C-4792-B5F8-4E0DEED1FD0E}" type="pres">
      <dgm:prSet presAssocID="{9E552776-4C2F-4727-89D7-9B7D15A988B5}" presName="compNode" presStyleCnt="0"/>
      <dgm:spPr/>
    </dgm:pt>
    <dgm:pt modelId="{072D0748-C351-4A10-AA1F-FA315DEF9561}" type="pres">
      <dgm:prSet presAssocID="{9E552776-4C2F-4727-89D7-9B7D15A988B5}" presName="iconBgRect" presStyleLbl="bgShp" presStyleIdx="3" presStyleCnt="4"/>
      <dgm:spPr/>
    </dgm:pt>
    <dgm:pt modelId="{297B4205-DC08-47AF-96B6-A2473C712737}" type="pres">
      <dgm:prSet presAssocID="{9E552776-4C2F-4727-89D7-9B7D15A988B5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4A0936F0-B564-4179-B625-90E2D7FCE154}" type="pres">
      <dgm:prSet presAssocID="{9E552776-4C2F-4727-89D7-9B7D15A988B5}" presName="spaceRect" presStyleCnt="0"/>
      <dgm:spPr/>
    </dgm:pt>
    <dgm:pt modelId="{A9650B03-F70B-4BE7-9D0F-DAD4304E8A84}" type="pres">
      <dgm:prSet presAssocID="{9E552776-4C2F-4727-89D7-9B7D15A988B5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8ADE6736-AD77-484C-9115-D159ADE6D714}" srcId="{EB206478-34B0-4FD0-8744-84C76B517B54}" destId="{07877CAD-5E60-4059-9ED6-23853341407D}" srcOrd="2" destOrd="0" parTransId="{932CEC1C-97BA-4C9A-A905-C78806E78770}" sibTransId="{18C74AE7-8613-40A3-8F33-BC6370E209BE}"/>
    <dgm:cxn modelId="{06007B5C-FBBD-4EBB-AD16-D13C8379AC16}" type="presOf" srcId="{B6F548E1-E747-4FB3-8BCB-F50775355695}" destId="{D8194BE4-CAD0-4D42-ADFC-9D999A3F98E2}" srcOrd="0" destOrd="0" presId="urn:microsoft.com/office/officeart/2018/2/layout/IconCircleList"/>
    <dgm:cxn modelId="{14FF2F45-E2EE-4A7E-9894-5513E99836BA}" type="presOf" srcId="{FC761B7C-7580-4A9F-9C66-68486DE5C3FF}" destId="{0E090392-F284-4DD3-AC22-6B6891774445}" srcOrd="0" destOrd="0" presId="urn:microsoft.com/office/officeart/2018/2/layout/IconCircleList"/>
    <dgm:cxn modelId="{C058FC52-6037-4C71-AFD6-03473D6C4441}" srcId="{EB206478-34B0-4FD0-8744-84C76B517B54}" destId="{9E552776-4C2F-4727-89D7-9B7D15A988B5}" srcOrd="3" destOrd="0" parTransId="{229AF1B9-AAE2-4399-8BE3-7EB2E0A45468}" sibTransId="{A45EBFDA-EC9E-42D2-8A0C-514750D851FF}"/>
    <dgm:cxn modelId="{4C04A779-640A-4E23-ACB1-3616D32FB644}" type="presOf" srcId="{756227C0-EFA3-4C18-9C17-6BB0714FF75E}" destId="{ADAB7B6C-A998-4FD6-B6D6-3CC6FE978DBC}" srcOrd="0" destOrd="0" presId="urn:microsoft.com/office/officeart/2018/2/layout/IconCircleList"/>
    <dgm:cxn modelId="{5D5ED898-BDD2-47C0-876D-FEFE42DD9A51}" type="presOf" srcId="{EB206478-34B0-4FD0-8744-84C76B517B54}" destId="{A2C9085F-A7F4-4B2F-AAE9-C69DB16B93A5}" srcOrd="0" destOrd="0" presId="urn:microsoft.com/office/officeart/2018/2/layout/IconCircleList"/>
    <dgm:cxn modelId="{316A369D-A2EB-4357-B984-D286B97F5BC2}" srcId="{EB206478-34B0-4FD0-8744-84C76B517B54}" destId="{B6F548E1-E747-4FB3-8BCB-F50775355695}" srcOrd="1" destOrd="0" parTransId="{4F58BB56-B6BB-4F57-8A1C-72FDFC71A60B}" sibTransId="{FC761B7C-7580-4A9F-9C66-68486DE5C3FF}"/>
    <dgm:cxn modelId="{2D5D6FA1-5F96-46EE-AE9C-A0EBCE2C8C28}" type="presOf" srcId="{9E552776-4C2F-4727-89D7-9B7D15A988B5}" destId="{A9650B03-F70B-4BE7-9D0F-DAD4304E8A84}" srcOrd="0" destOrd="0" presId="urn:microsoft.com/office/officeart/2018/2/layout/IconCircleList"/>
    <dgm:cxn modelId="{213506D5-DD1D-4F41-A625-8B588DBBA3D1}" srcId="{EB206478-34B0-4FD0-8744-84C76B517B54}" destId="{756227C0-EFA3-4C18-9C17-6BB0714FF75E}" srcOrd="0" destOrd="0" parTransId="{F9B7E117-A4A9-43BF-9EA0-CE3110F4A957}" sibTransId="{7995CFAB-5FA2-4375-A0C4-A108DD229783}"/>
    <dgm:cxn modelId="{32A767DD-4EBC-41D7-82D9-E4495CBC9CA1}" type="presOf" srcId="{7995CFAB-5FA2-4375-A0C4-A108DD229783}" destId="{F8262C82-EE4F-47C1-A605-A79DDB497A17}" srcOrd="0" destOrd="0" presId="urn:microsoft.com/office/officeart/2018/2/layout/IconCircleList"/>
    <dgm:cxn modelId="{05AD34EC-8627-45BB-B845-31A65AE19F7D}" type="presOf" srcId="{07877CAD-5E60-4059-9ED6-23853341407D}" destId="{B9E3E8D6-2688-4085-A0F9-DBC73C59E0C3}" srcOrd="0" destOrd="0" presId="urn:microsoft.com/office/officeart/2018/2/layout/IconCircleList"/>
    <dgm:cxn modelId="{6C7E2FEE-700C-4F7F-8D2F-7D7934870BC8}" type="presOf" srcId="{18C74AE7-8613-40A3-8F33-BC6370E209BE}" destId="{009C7A66-4F33-46F8-9C67-0AFE78E789B8}" srcOrd="0" destOrd="0" presId="urn:microsoft.com/office/officeart/2018/2/layout/IconCircleList"/>
    <dgm:cxn modelId="{F5D8DBD7-6137-4C2C-A330-685DD24F056C}" type="presParOf" srcId="{A2C9085F-A7F4-4B2F-AAE9-C69DB16B93A5}" destId="{9907D66F-E8A4-4654-8E81-5B0926E9B71B}" srcOrd="0" destOrd="0" presId="urn:microsoft.com/office/officeart/2018/2/layout/IconCircleList"/>
    <dgm:cxn modelId="{69F91668-5A13-4704-905E-2D92176671E0}" type="presParOf" srcId="{9907D66F-E8A4-4654-8E81-5B0926E9B71B}" destId="{E4670F02-7A4C-483A-BDC8-1562CB05B0C2}" srcOrd="0" destOrd="0" presId="urn:microsoft.com/office/officeart/2018/2/layout/IconCircleList"/>
    <dgm:cxn modelId="{A6C1B455-C437-48FB-8E8F-4126CD4B7677}" type="presParOf" srcId="{E4670F02-7A4C-483A-BDC8-1562CB05B0C2}" destId="{5D8EC9D0-2A8F-45CF-B26C-CAA3F7ACB161}" srcOrd="0" destOrd="0" presId="urn:microsoft.com/office/officeart/2018/2/layout/IconCircleList"/>
    <dgm:cxn modelId="{930A8FDA-22F6-468B-AA6E-EBC0ACFB94D5}" type="presParOf" srcId="{E4670F02-7A4C-483A-BDC8-1562CB05B0C2}" destId="{C42C60C7-8D3E-4246-9C37-DAEEDAFB07CB}" srcOrd="1" destOrd="0" presId="urn:microsoft.com/office/officeart/2018/2/layout/IconCircleList"/>
    <dgm:cxn modelId="{1090FC35-8C3A-4D02-AC1D-40759BE198BA}" type="presParOf" srcId="{E4670F02-7A4C-483A-BDC8-1562CB05B0C2}" destId="{3DED2FAA-5F75-43F7-8A61-582DB5010985}" srcOrd="2" destOrd="0" presId="urn:microsoft.com/office/officeart/2018/2/layout/IconCircleList"/>
    <dgm:cxn modelId="{803F166C-720C-4516-BDCB-4C78188EC98A}" type="presParOf" srcId="{E4670F02-7A4C-483A-BDC8-1562CB05B0C2}" destId="{ADAB7B6C-A998-4FD6-B6D6-3CC6FE978DBC}" srcOrd="3" destOrd="0" presId="urn:microsoft.com/office/officeart/2018/2/layout/IconCircleList"/>
    <dgm:cxn modelId="{0CB11683-60B8-4730-9A7A-1A7E1AB844E3}" type="presParOf" srcId="{9907D66F-E8A4-4654-8E81-5B0926E9B71B}" destId="{F8262C82-EE4F-47C1-A605-A79DDB497A17}" srcOrd="1" destOrd="0" presId="urn:microsoft.com/office/officeart/2018/2/layout/IconCircleList"/>
    <dgm:cxn modelId="{968D04D4-5DBB-487B-90C4-BD35BF2034BA}" type="presParOf" srcId="{9907D66F-E8A4-4654-8E81-5B0926E9B71B}" destId="{3F0565BA-2616-45FF-A165-0904FBE082D7}" srcOrd="2" destOrd="0" presId="urn:microsoft.com/office/officeart/2018/2/layout/IconCircleList"/>
    <dgm:cxn modelId="{D8B7D867-B8CF-49D0-882B-80F5398ECBD0}" type="presParOf" srcId="{3F0565BA-2616-45FF-A165-0904FBE082D7}" destId="{80C38954-172F-4348-8BD7-E88EF8B431A2}" srcOrd="0" destOrd="0" presId="urn:microsoft.com/office/officeart/2018/2/layout/IconCircleList"/>
    <dgm:cxn modelId="{4D316D3B-35CA-4655-98B1-D20D350CFD60}" type="presParOf" srcId="{3F0565BA-2616-45FF-A165-0904FBE082D7}" destId="{5DFC4C36-9C06-41AE-80C6-37DC097F0DDE}" srcOrd="1" destOrd="0" presId="urn:microsoft.com/office/officeart/2018/2/layout/IconCircleList"/>
    <dgm:cxn modelId="{2D20FC85-1FD7-4379-AD4E-0B82A8824B9C}" type="presParOf" srcId="{3F0565BA-2616-45FF-A165-0904FBE082D7}" destId="{98F79F50-74FF-450B-9504-5DCE91C946EA}" srcOrd="2" destOrd="0" presId="urn:microsoft.com/office/officeart/2018/2/layout/IconCircleList"/>
    <dgm:cxn modelId="{4D73C781-B1A2-4A4E-B0B9-B0B65A1979ED}" type="presParOf" srcId="{3F0565BA-2616-45FF-A165-0904FBE082D7}" destId="{D8194BE4-CAD0-4D42-ADFC-9D999A3F98E2}" srcOrd="3" destOrd="0" presId="urn:microsoft.com/office/officeart/2018/2/layout/IconCircleList"/>
    <dgm:cxn modelId="{C7DB62D1-5DC3-41AB-9867-2CE970477EF0}" type="presParOf" srcId="{9907D66F-E8A4-4654-8E81-5B0926E9B71B}" destId="{0E090392-F284-4DD3-AC22-6B6891774445}" srcOrd="3" destOrd="0" presId="urn:microsoft.com/office/officeart/2018/2/layout/IconCircleList"/>
    <dgm:cxn modelId="{E35599E4-B463-4576-8B6F-FB4E53B3839A}" type="presParOf" srcId="{9907D66F-E8A4-4654-8E81-5B0926E9B71B}" destId="{10DA5196-8F9D-4DCF-B31D-F1974816911D}" srcOrd="4" destOrd="0" presId="urn:microsoft.com/office/officeart/2018/2/layout/IconCircleList"/>
    <dgm:cxn modelId="{C61418F0-127E-4C5F-A90F-E3F07A02F29D}" type="presParOf" srcId="{10DA5196-8F9D-4DCF-B31D-F1974816911D}" destId="{805B4C83-FA8E-43A7-842E-3FE46CE71F8B}" srcOrd="0" destOrd="0" presId="urn:microsoft.com/office/officeart/2018/2/layout/IconCircleList"/>
    <dgm:cxn modelId="{33A0265A-C962-4370-8767-C873BC7F655A}" type="presParOf" srcId="{10DA5196-8F9D-4DCF-B31D-F1974816911D}" destId="{DF74F4D1-8FF6-482E-96ED-69C89A5D6B83}" srcOrd="1" destOrd="0" presId="urn:microsoft.com/office/officeart/2018/2/layout/IconCircleList"/>
    <dgm:cxn modelId="{33A890A7-D042-485C-BFEA-50A0925FFE78}" type="presParOf" srcId="{10DA5196-8F9D-4DCF-B31D-F1974816911D}" destId="{8771916C-ED5C-41B8-8C8C-175D9B8A84BB}" srcOrd="2" destOrd="0" presId="urn:microsoft.com/office/officeart/2018/2/layout/IconCircleList"/>
    <dgm:cxn modelId="{7EAFADC4-DF3B-4531-A059-0BC37D611AF3}" type="presParOf" srcId="{10DA5196-8F9D-4DCF-B31D-F1974816911D}" destId="{B9E3E8D6-2688-4085-A0F9-DBC73C59E0C3}" srcOrd="3" destOrd="0" presId="urn:microsoft.com/office/officeart/2018/2/layout/IconCircleList"/>
    <dgm:cxn modelId="{BBA6AEF7-8640-41A7-8E4B-B80EB69DAA1F}" type="presParOf" srcId="{9907D66F-E8A4-4654-8E81-5B0926E9B71B}" destId="{009C7A66-4F33-46F8-9C67-0AFE78E789B8}" srcOrd="5" destOrd="0" presId="urn:microsoft.com/office/officeart/2018/2/layout/IconCircleList"/>
    <dgm:cxn modelId="{4DEABD77-CAE4-4CB0-A8C0-A6E93831B3ED}" type="presParOf" srcId="{9907D66F-E8A4-4654-8E81-5B0926E9B71B}" destId="{085B68F2-DE2C-4792-B5F8-4E0DEED1FD0E}" srcOrd="6" destOrd="0" presId="urn:microsoft.com/office/officeart/2018/2/layout/IconCircleList"/>
    <dgm:cxn modelId="{98CFA1C7-B3E0-4832-8EFF-1F813653A5F2}" type="presParOf" srcId="{085B68F2-DE2C-4792-B5F8-4E0DEED1FD0E}" destId="{072D0748-C351-4A10-AA1F-FA315DEF9561}" srcOrd="0" destOrd="0" presId="urn:microsoft.com/office/officeart/2018/2/layout/IconCircleList"/>
    <dgm:cxn modelId="{161CA777-F9F1-46ED-951B-6C8C080B60B9}" type="presParOf" srcId="{085B68F2-DE2C-4792-B5F8-4E0DEED1FD0E}" destId="{297B4205-DC08-47AF-96B6-A2473C712737}" srcOrd="1" destOrd="0" presId="urn:microsoft.com/office/officeart/2018/2/layout/IconCircleList"/>
    <dgm:cxn modelId="{C8B655C2-68C4-4618-A82A-965616FE9DF8}" type="presParOf" srcId="{085B68F2-DE2C-4792-B5F8-4E0DEED1FD0E}" destId="{4A0936F0-B564-4179-B625-90E2D7FCE154}" srcOrd="2" destOrd="0" presId="urn:microsoft.com/office/officeart/2018/2/layout/IconCircleList"/>
    <dgm:cxn modelId="{CC5CE8DE-F8EE-4EEF-8C69-4877BA37F46E}" type="presParOf" srcId="{085B68F2-DE2C-4792-B5F8-4E0DEED1FD0E}" destId="{A9650B03-F70B-4BE7-9D0F-DAD4304E8A84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6878E1-8B93-4396-8287-C7F4EE5C952B}">
      <dsp:nvSpPr>
        <dsp:cNvPr id="0" name=""/>
        <dsp:cNvSpPr/>
      </dsp:nvSpPr>
      <dsp:spPr>
        <a:xfrm>
          <a:off x="622800" y="1469793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F50534-88C1-4408-B40A-94593D51BB64}">
      <dsp:nvSpPr>
        <dsp:cNvPr id="0" name=""/>
        <dsp:cNvSpPr/>
      </dsp:nvSpPr>
      <dsp:spPr>
        <a:xfrm>
          <a:off x="127800" y="2565086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kern="1200"/>
            <a:t>Implements a disaster recovery (DR) solution for a three-tier business application.</a:t>
          </a:r>
          <a:endParaRPr lang="en-US" sz="1100" kern="1200"/>
        </a:p>
      </dsp:txBody>
      <dsp:txXfrm>
        <a:off x="127800" y="2565086"/>
        <a:ext cx="1800000" cy="720000"/>
      </dsp:txXfrm>
    </dsp:sp>
    <dsp:sp modelId="{D90B5BE3-2F13-4C51-A4E5-A201530C0184}">
      <dsp:nvSpPr>
        <dsp:cNvPr id="0" name=""/>
        <dsp:cNvSpPr/>
      </dsp:nvSpPr>
      <dsp:spPr>
        <a:xfrm>
          <a:off x="2737800" y="1469793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614314-D465-41FB-8B70-C3C084DBE57B}">
      <dsp:nvSpPr>
        <dsp:cNvPr id="0" name=""/>
        <dsp:cNvSpPr/>
      </dsp:nvSpPr>
      <dsp:spPr>
        <a:xfrm>
          <a:off x="2242800" y="2565086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kern="1200"/>
            <a:t>Primary workloads run in an Azure region and are replicated to a secondary Azure region.</a:t>
          </a:r>
          <a:endParaRPr lang="en-US" sz="1100" kern="1200"/>
        </a:p>
      </dsp:txBody>
      <dsp:txXfrm>
        <a:off x="2242800" y="2565086"/>
        <a:ext cx="1800000" cy="720000"/>
      </dsp:txXfrm>
    </dsp:sp>
    <dsp:sp modelId="{F3DF3D34-B11C-440F-8EAA-CC774B05F981}">
      <dsp:nvSpPr>
        <dsp:cNvPr id="0" name=""/>
        <dsp:cNvSpPr/>
      </dsp:nvSpPr>
      <dsp:spPr>
        <a:xfrm>
          <a:off x="4852800" y="1469793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205D59-E94B-4FE7-AFF0-3D4D9DDE4210}">
      <dsp:nvSpPr>
        <dsp:cNvPr id="0" name=""/>
        <dsp:cNvSpPr/>
      </dsp:nvSpPr>
      <dsp:spPr>
        <a:xfrm>
          <a:off x="4357800" y="2565086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kern="1200"/>
            <a:t>Azure Site Recovery (ASR) provides workload protection, replication and failover orchestration.</a:t>
          </a:r>
          <a:endParaRPr lang="en-US" sz="1100" kern="1200"/>
        </a:p>
      </dsp:txBody>
      <dsp:txXfrm>
        <a:off x="4357800" y="2565086"/>
        <a:ext cx="1800000" cy="720000"/>
      </dsp:txXfrm>
    </dsp:sp>
    <dsp:sp modelId="{2720E40B-ADBF-40E3-AC16-091E0B607D2C}">
      <dsp:nvSpPr>
        <dsp:cNvPr id="0" name=""/>
        <dsp:cNvSpPr/>
      </dsp:nvSpPr>
      <dsp:spPr>
        <a:xfrm>
          <a:off x="6967800" y="1469793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D0F27F-760A-4D8E-BB2B-BB2A35BEABF3}">
      <dsp:nvSpPr>
        <dsp:cNvPr id="0" name=""/>
        <dsp:cNvSpPr/>
      </dsp:nvSpPr>
      <dsp:spPr>
        <a:xfrm>
          <a:off x="6472800" y="2565086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kern="1200"/>
            <a:t>Recovery Services Vault manages configuration, replication, recovery plans and failover operations.</a:t>
          </a:r>
          <a:endParaRPr lang="en-US" sz="1100" kern="1200"/>
        </a:p>
      </dsp:txBody>
      <dsp:txXfrm>
        <a:off x="6472800" y="2565086"/>
        <a:ext cx="1800000" cy="720000"/>
      </dsp:txXfrm>
    </dsp:sp>
    <dsp:sp modelId="{ED7C37F9-F8E6-4CAD-85FE-A8837BEAD2E1}">
      <dsp:nvSpPr>
        <dsp:cNvPr id="0" name=""/>
        <dsp:cNvSpPr/>
      </dsp:nvSpPr>
      <dsp:spPr>
        <a:xfrm>
          <a:off x="9082800" y="1469793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B5D177-6779-43BF-BB79-57DA5B56CDD9}">
      <dsp:nvSpPr>
        <dsp:cNvPr id="0" name=""/>
        <dsp:cNvSpPr/>
      </dsp:nvSpPr>
      <dsp:spPr>
        <a:xfrm>
          <a:off x="8587800" y="2565086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kern="1200"/>
            <a:t>Target Recovery Time Objective (RTO): two hours or less.</a:t>
          </a:r>
          <a:endParaRPr lang="en-US" sz="1100" kern="1200"/>
        </a:p>
      </dsp:txBody>
      <dsp:txXfrm>
        <a:off x="8587800" y="2565086"/>
        <a:ext cx="18000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F570F7-3727-4430-A45D-934531766312}">
      <dsp:nvSpPr>
        <dsp:cNvPr id="0" name=""/>
        <dsp:cNvSpPr/>
      </dsp:nvSpPr>
      <dsp:spPr>
        <a:xfrm>
          <a:off x="478800" y="1297440"/>
          <a:ext cx="1098000" cy="109800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252D7A-DC62-486A-9C3D-7E059C68AA38}">
      <dsp:nvSpPr>
        <dsp:cNvPr id="0" name=""/>
        <dsp:cNvSpPr/>
      </dsp:nvSpPr>
      <dsp:spPr>
        <a:xfrm>
          <a:off x="712800" y="1531440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1A74D6-8424-4287-B734-FEFE3D0018BC}">
      <dsp:nvSpPr>
        <dsp:cNvPr id="0" name=""/>
        <dsp:cNvSpPr/>
      </dsp:nvSpPr>
      <dsp:spPr>
        <a:xfrm>
          <a:off x="127800" y="273744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0" kern="1200"/>
            <a:t>Protect the Web, Application and Database tiers using Azure Site Recovery.</a:t>
          </a:r>
          <a:endParaRPr lang="en-US" sz="1100" kern="1200"/>
        </a:p>
      </dsp:txBody>
      <dsp:txXfrm>
        <a:off x="127800" y="2737440"/>
        <a:ext cx="1800000" cy="720000"/>
      </dsp:txXfrm>
    </dsp:sp>
    <dsp:sp modelId="{AD5D1D70-572D-4C6E-9392-E231EEB24A01}">
      <dsp:nvSpPr>
        <dsp:cNvPr id="0" name=""/>
        <dsp:cNvSpPr/>
      </dsp:nvSpPr>
      <dsp:spPr>
        <a:xfrm>
          <a:off x="2593800" y="1297440"/>
          <a:ext cx="1098000" cy="109800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7508C5A-759A-4A73-97E6-AB9D78C2B686}">
      <dsp:nvSpPr>
        <dsp:cNvPr id="0" name=""/>
        <dsp:cNvSpPr/>
      </dsp:nvSpPr>
      <dsp:spPr>
        <a:xfrm>
          <a:off x="2827800" y="1531440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4E820C-C8AD-494E-A9BF-392F071851D8}">
      <dsp:nvSpPr>
        <dsp:cNvPr id="0" name=""/>
        <dsp:cNvSpPr/>
      </dsp:nvSpPr>
      <dsp:spPr>
        <a:xfrm>
          <a:off x="2242800" y="273744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0" kern="1200"/>
            <a:t>Continuously replicate protected Azure VM workloads to a secondary region.</a:t>
          </a:r>
          <a:endParaRPr lang="en-US" sz="1100" kern="1200"/>
        </a:p>
      </dsp:txBody>
      <dsp:txXfrm>
        <a:off x="2242800" y="2737440"/>
        <a:ext cx="1800000" cy="720000"/>
      </dsp:txXfrm>
    </dsp:sp>
    <dsp:sp modelId="{41AF7BD1-259A-493A-838E-48C309600545}">
      <dsp:nvSpPr>
        <dsp:cNvPr id="0" name=""/>
        <dsp:cNvSpPr/>
      </dsp:nvSpPr>
      <dsp:spPr>
        <a:xfrm>
          <a:off x="4708800" y="1297440"/>
          <a:ext cx="1098000" cy="109800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5A04249-59B5-4A50-80D3-1EF2B451CC02}">
      <dsp:nvSpPr>
        <dsp:cNvPr id="0" name=""/>
        <dsp:cNvSpPr/>
      </dsp:nvSpPr>
      <dsp:spPr>
        <a:xfrm>
          <a:off x="4942800" y="1531440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F4EA07-FC0F-4ACB-ABD7-C46C7C4407D4}">
      <dsp:nvSpPr>
        <dsp:cNvPr id="0" name=""/>
        <dsp:cNvSpPr/>
      </dsp:nvSpPr>
      <dsp:spPr>
        <a:xfrm>
          <a:off x="4357800" y="273744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0" kern="1200"/>
            <a:t>Coordinate recovery through a dependency-aware Recovery Plan.</a:t>
          </a:r>
          <a:endParaRPr lang="en-US" sz="1100" kern="1200"/>
        </a:p>
      </dsp:txBody>
      <dsp:txXfrm>
        <a:off x="4357800" y="2737440"/>
        <a:ext cx="1800000" cy="720000"/>
      </dsp:txXfrm>
    </dsp:sp>
    <dsp:sp modelId="{FECC3F8D-D90E-40EF-B2B0-8D46B40F8E55}">
      <dsp:nvSpPr>
        <dsp:cNvPr id="0" name=""/>
        <dsp:cNvSpPr/>
      </dsp:nvSpPr>
      <dsp:spPr>
        <a:xfrm>
          <a:off x="6823800" y="1297440"/>
          <a:ext cx="1098000" cy="109800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1291AB-0297-4D7A-A309-0071999F7954}">
      <dsp:nvSpPr>
        <dsp:cNvPr id="0" name=""/>
        <dsp:cNvSpPr/>
      </dsp:nvSpPr>
      <dsp:spPr>
        <a:xfrm>
          <a:off x="7057800" y="1531440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BACA8B-950A-42A6-8AE7-51CBA478D593}">
      <dsp:nvSpPr>
        <dsp:cNvPr id="0" name=""/>
        <dsp:cNvSpPr/>
      </dsp:nvSpPr>
      <dsp:spPr>
        <a:xfrm>
          <a:off x="6472800" y="273744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0" kern="1200"/>
            <a:t>Validate recovery using Azure Site Recovery Test Failover.</a:t>
          </a:r>
          <a:endParaRPr lang="en-US" sz="1100" kern="1200"/>
        </a:p>
      </dsp:txBody>
      <dsp:txXfrm>
        <a:off x="6472800" y="2737440"/>
        <a:ext cx="1800000" cy="720000"/>
      </dsp:txXfrm>
    </dsp:sp>
    <dsp:sp modelId="{67D3B4DD-0ABF-4D3A-99DB-57A84E2AC4A3}">
      <dsp:nvSpPr>
        <dsp:cNvPr id="0" name=""/>
        <dsp:cNvSpPr/>
      </dsp:nvSpPr>
      <dsp:spPr>
        <a:xfrm>
          <a:off x="8938800" y="1297440"/>
          <a:ext cx="1098000" cy="1098000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71D86E-4292-4256-B90D-FBEA180C4218}">
      <dsp:nvSpPr>
        <dsp:cNvPr id="0" name=""/>
        <dsp:cNvSpPr/>
      </dsp:nvSpPr>
      <dsp:spPr>
        <a:xfrm>
          <a:off x="9172800" y="1531440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EC330A-B347-49AF-8090-ED3BE92243A2}">
      <dsp:nvSpPr>
        <dsp:cNvPr id="0" name=""/>
        <dsp:cNvSpPr/>
      </dsp:nvSpPr>
      <dsp:spPr>
        <a:xfrm>
          <a:off x="8587800" y="2737440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0" kern="1200"/>
            <a:t>Design the solution to achieve an RTO of two hours or less.</a:t>
          </a:r>
          <a:endParaRPr lang="en-US" sz="1100" kern="1200"/>
        </a:p>
      </dsp:txBody>
      <dsp:txXfrm>
        <a:off x="8587800" y="2737440"/>
        <a:ext cx="180000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57E992-B435-4218-BAC2-503FA54BFEF5}">
      <dsp:nvSpPr>
        <dsp:cNvPr id="0" name=""/>
        <dsp:cNvSpPr/>
      </dsp:nvSpPr>
      <dsp:spPr>
        <a:xfrm>
          <a:off x="212335" y="637360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2991095-1011-4EA6-A22E-59EB999366D9}">
      <dsp:nvSpPr>
        <dsp:cNvPr id="0" name=""/>
        <dsp:cNvSpPr/>
      </dsp:nvSpPr>
      <dsp:spPr>
        <a:xfrm>
          <a:off x="492877" y="917902"/>
          <a:ext cx="774830" cy="77483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61E699-42D4-4645-B335-F0069D4394CC}">
      <dsp:nvSpPr>
        <dsp:cNvPr id="0" name=""/>
        <dsp:cNvSpPr/>
      </dsp:nvSpPr>
      <dsp:spPr>
        <a:xfrm>
          <a:off x="1834517" y="637360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kern="1200"/>
            <a:t>ASR protects the application workloads running on Azure Virtual Machines.</a:t>
          </a:r>
          <a:endParaRPr lang="en-US" sz="2100" kern="1200"/>
        </a:p>
      </dsp:txBody>
      <dsp:txXfrm>
        <a:off x="1834517" y="637360"/>
        <a:ext cx="3148942" cy="1335915"/>
      </dsp:txXfrm>
    </dsp:sp>
    <dsp:sp modelId="{1E4D266F-AD36-4EBD-8AAC-642BAAEBA321}">
      <dsp:nvSpPr>
        <dsp:cNvPr id="0" name=""/>
        <dsp:cNvSpPr/>
      </dsp:nvSpPr>
      <dsp:spPr>
        <a:xfrm>
          <a:off x="5532139" y="637360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08AEF0-BAC7-414B-A5D7-DDB3A3C246D9}">
      <dsp:nvSpPr>
        <dsp:cNvPr id="0" name=""/>
        <dsp:cNvSpPr/>
      </dsp:nvSpPr>
      <dsp:spPr>
        <a:xfrm>
          <a:off x="5812681" y="917902"/>
          <a:ext cx="774830" cy="77483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DD0D82-FA4B-4154-9E77-F53FDD0139C3}">
      <dsp:nvSpPr>
        <dsp:cNvPr id="0" name=""/>
        <dsp:cNvSpPr/>
      </dsp:nvSpPr>
      <dsp:spPr>
        <a:xfrm>
          <a:off x="7154322" y="637360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kern="1200"/>
            <a:t>It continuously replicates protected workloads from the primary region to the secondary region.</a:t>
          </a:r>
          <a:endParaRPr lang="en-US" sz="2100" kern="1200"/>
        </a:p>
      </dsp:txBody>
      <dsp:txXfrm>
        <a:off x="7154322" y="637360"/>
        <a:ext cx="3148942" cy="1335915"/>
      </dsp:txXfrm>
    </dsp:sp>
    <dsp:sp modelId="{ECF746E5-6FAD-4EAF-932B-16B090A5148A}">
      <dsp:nvSpPr>
        <dsp:cNvPr id="0" name=""/>
        <dsp:cNvSpPr/>
      </dsp:nvSpPr>
      <dsp:spPr>
        <a:xfrm>
          <a:off x="212335" y="2781604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61C637-08C9-42C1-9A70-27C95973DB62}">
      <dsp:nvSpPr>
        <dsp:cNvPr id="0" name=""/>
        <dsp:cNvSpPr/>
      </dsp:nvSpPr>
      <dsp:spPr>
        <a:xfrm>
          <a:off x="492877" y="3062146"/>
          <a:ext cx="774830" cy="77483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8D731D-7074-49EA-9D4D-FFF2F78A5D24}">
      <dsp:nvSpPr>
        <dsp:cNvPr id="0" name=""/>
        <dsp:cNvSpPr/>
      </dsp:nvSpPr>
      <dsp:spPr>
        <a:xfrm>
          <a:off x="1834517" y="2781604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kern="1200"/>
            <a:t>ASR supports coordinated recovery rather than treating each VM as an isolated workload.</a:t>
          </a:r>
          <a:endParaRPr lang="en-US" sz="2100" kern="1200"/>
        </a:p>
      </dsp:txBody>
      <dsp:txXfrm>
        <a:off x="1834517" y="2781604"/>
        <a:ext cx="3148942" cy="1335915"/>
      </dsp:txXfrm>
    </dsp:sp>
    <dsp:sp modelId="{3B74D46E-0E11-42F5-AC60-556A4D3BE3C0}">
      <dsp:nvSpPr>
        <dsp:cNvPr id="0" name=""/>
        <dsp:cNvSpPr/>
      </dsp:nvSpPr>
      <dsp:spPr>
        <a:xfrm>
          <a:off x="5532139" y="2781604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324C9C-7021-4F56-A03B-8138794ED4DA}">
      <dsp:nvSpPr>
        <dsp:cNvPr id="0" name=""/>
        <dsp:cNvSpPr/>
      </dsp:nvSpPr>
      <dsp:spPr>
        <a:xfrm>
          <a:off x="5812681" y="3062146"/>
          <a:ext cx="774830" cy="77483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243441-E1E5-43E3-8B2C-0705BB9E9DC5}">
      <dsp:nvSpPr>
        <dsp:cNvPr id="0" name=""/>
        <dsp:cNvSpPr/>
      </dsp:nvSpPr>
      <dsp:spPr>
        <a:xfrm>
          <a:off x="7154322" y="2781604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kern="1200"/>
            <a:t>Failover operations are controlled through recovery configuration and Recovery Plans.</a:t>
          </a:r>
          <a:endParaRPr lang="en-US" sz="2100" kern="1200"/>
        </a:p>
      </dsp:txBody>
      <dsp:txXfrm>
        <a:off x="7154322" y="2781604"/>
        <a:ext cx="3148942" cy="133591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E1F976-1BF7-45CB-BCEC-CB3857AFB820}">
      <dsp:nvSpPr>
        <dsp:cNvPr id="0" name=""/>
        <dsp:cNvSpPr/>
      </dsp:nvSpPr>
      <dsp:spPr>
        <a:xfrm>
          <a:off x="212335" y="637360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67BB1C-3B23-4AD4-8886-6A7DCFB61B13}">
      <dsp:nvSpPr>
        <dsp:cNvPr id="0" name=""/>
        <dsp:cNvSpPr/>
      </dsp:nvSpPr>
      <dsp:spPr>
        <a:xfrm>
          <a:off x="492877" y="917902"/>
          <a:ext cx="774830" cy="77483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EF5BB9-35AD-4123-8FFA-43394277A5CD}">
      <dsp:nvSpPr>
        <dsp:cNvPr id="0" name=""/>
        <dsp:cNvSpPr/>
      </dsp:nvSpPr>
      <dsp:spPr>
        <a:xfrm>
          <a:off x="1834517" y="637360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kern="1200"/>
            <a:t>Manages the Azure Site Recovery configuration.</a:t>
          </a:r>
          <a:endParaRPr lang="en-US" sz="2300" kern="1200"/>
        </a:p>
      </dsp:txBody>
      <dsp:txXfrm>
        <a:off x="1834517" y="637360"/>
        <a:ext cx="3148942" cy="1335915"/>
      </dsp:txXfrm>
    </dsp:sp>
    <dsp:sp modelId="{3D679773-5ED9-4ACB-9316-778FC7F36F6F}">
      <dsp:nvSpPr>
        <dsp:cNvPr id="0" name=""/>
        <dsp:cNvSpPr/>
      </dsp:nvSpPr>
      <dsp:spPr>
        <a:xfrm>
          <a:off x="5532139" y="637360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776478-64EF-4869-83D3-E639CB47E263}">
      <dsp:nvSpPr>
        <dsp:cNvPr id="0" name=""/>
        <dsp:cNvSpPr/>
      </dsp:nvSpPr>
      <dsp:spPr>
        <a:xfrm>
          <a:off x="5812681" y="917902"/>
          <a:ext cx="774830" cy="77483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DFEC85-1D5B-4EC8-AE3E-7F9A0CC6CA07}">
      <dsp:nvSpPr>
        <dsp:cNvPr id="0" name=""/>
        <dsp:cNvSpPr/>
      </dsp:nvSpPr>
      <dsp:spPr>
        <a:xfrm>
          <a:off x="7154322" y="637360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kern="1200"/>
            <a:t>Maintains replication-related configuration for protected workloads.</a:t>
          </a:r>
          <a:endParaRPr lang="en-US" sz="2300" kern="1200"/>
        </a:p>
      </dsp:txBody>
      <dsp:txXfrm>
        <a:off x="7154322" y="637360"/>
        <a:ext cx="3148942" cy="1335915"/>
      </dsp:txXfrm>
    </dsp:sp>
    <dsp:sp modelId="{1EBECAAF-8910-43AA-89D4-7FE376E4A753}">
      <dsp:nvSpPr>
        <dsp:cNvPr id="0" name=""/>
        <dsp:cNvSpPr/>
      </dsp:nvSpPr>
      <dsp:spPr>
        <a:xfrm>
          <a:off x="212335" y="2781604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37D231-8FBD-4633-983F-C16B87A599B8}">
      <dsp:nvSpPr>
        <dsp:cNvPr id="0" name=""/>
        <dsp:cNvSpPr/>
      </dsp:nvSpPr>
      <dsp:spPr>
        <a:xfrm>
          <a:off x="492877" y="3062146"/>
          <a:ext cx="774830" cy="77483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42E517-A6CA-42FA-8E7B-5E23C705C2CF}">
      <dsp:nvSpPr>
        <dsp:cNvPr id="0" name=""/>
        <dsp:cNvSpPr/>
      </dsp:nvSpPr>
      <dsp:spPr>
        <a:xfrm>
          <a:off x="1834517" y="2781604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kern="1200"/>
            <a:t>Stores and manages Recovery Plans used during failover.</a:t>
          </a:r>
          <a:endParaRPr lang="en-US" sz="2300" kern="1200"/>
        </a:p>
      </dsp:txBody>
      <dsp:txXfrm>
        <a:off x="1834517" y="2781604"/>
        <a:ext cx="3148942" cy="1335915"/>
      </dsp:txXfrm>
    </dsp:sp>
    <dsp:sp modelId="{89930E51-9F56-4B85-92FC-28B2673807BC}">
      <dsp:nvSpPr>
        <dsp:cNvPr id="0" name=""/>
        <dsp:cNvSpPr/>
      </dsp:nvSpPr>
      <dsp:spPr>
        <a:xfrm>
          <a:off x="5532139" y="2781604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7FDC2E-6E50-49CC-B0CC-F590B382AA9B}">
      <dsp:nvSpPr>
        <dsp:cNvPr id="0" name=""/>
        <dsp:cNvSpPr/>
      </dsp:nvSpPr>
      <dsp:spPr>
        <a:xfrm>
          <a:off x="5812681" y="3062146"/>
          <a:ext cx="774830" cy="77483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6D4C96-0EC0-4745-B7AF-8774F6FBCA40}">
      <dsp:nvSpPr>
        <dsp:cNvPr id="0" name=""/>
        <dsp:cNvSpPr/>
      </dsp:nvSpPr>
      <dsp:spPr>
        <a:xfrm>
          <a:off x="7154322" y="2781604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kern="1200"/>
            <a:t>Provides the control point for planned recovery and failover operations.</a:t>
          </a:r>
          <a:endParaRPr lang="en-US" sz="2300" kern="1200"/>
        </a:p>
      </dsp:txBody>
      <dsp:txXfrm>
        <a:off x="7154322" y="2781604"/>
        <a:ext cx="3148942" cy="133591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DC86971-4085-49E6-856D-4F9A11A33D5D}">
      <dsp:nvSpPr>
        <dsp:cNvPr id="0" name=""/>
        <dsp:cNvSpPr/>
      </dsp:nvSpPr>
      <dsp:spPr>
        <a:xfrm>
          <a:off x="1316841" y="3906"/>
          <a:ext cx="1043469" cy="1043469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DC2720-290B-4326-9F85-3CD0712A5B3C}">
      <dsp:nvSpPr>
        <dsp:cNvPr id="0" name=""/>
        <dsp:cNvSpPr/>
      </dsp:nvSpPr>
      <dsp:spPr>
        <a:xfrm>
          <a:off x="1535969" y="223035"/>
          <a:ext cx="605212" cy="6052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DED547-DF1A-4295-9150-4A3B27ED9927}">
      <dsp:nvSpPr>
        <dsp:cNvPr id="0" name=""/>
        <dsp:cNvSpPr/>
      </dsp:nvSpPr>
      <dsp:spPr>
        <a:xfrm>
          <a:off x="2583910" y="3906"/>
          <a:ext cx="2459605" cy="10434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/>
            <a:t>1. A regional failure makes the primary application environment unavailable or unsuitable.</a:t>
          </a:r>
          <a:endParaRPr lang="en-US" sz="1600" kern="1200"/>
        </a:p>
      </dsp:txBody>
      <dsp:txXfrm>
        <a:off x="2583910" y="3906"/>
        <a:ext cx="2459605" cy="1043469"/>
      </dsp:txXfrm>
    </dsp:sp>
    <dsp:sp modelId="{2F8976E7-0780-47CE-A836-7B2AF3AE392A}">
      <dsp:nvSpPr>
        <dsp:cNvPr id="0" name=""/>
        <dsp:cNvSpPr/>
      </dsp:nvSpPr>
      <dsp:spPr>
        <a:xfrm>
          <a:off x="5472083" y="3906"/>
          <a:ext cx="1043469" cy="1043469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423B894-0CC4-4CF6-BED9-27D57CC472A3}">
      <dsp:nvSpPr>
        <dsp:cNvPr id="0" name=""/>
        <dsp:cNvSpPr/>
      </dsp:nvSpPr>
      <dsp:spPr>
        <a:xfrm>
          <a:off x="5691212" y="223035"/>
          <a:ext cx="605212" cy="6052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9DF9FB-330C-486A-A2BB-A29A0371AD0D}">
      <dsp:nvSpPr>
        <dsp:cNvPr id="0" name=""/>
        <dsp:cNvSpPr/>
      </dsp:nvSpPr>
      <dsp:spPr>
        <a:xfrm>
          <a:off x="6739153" y="3906"/>
          <a:ext cx="2459605" cy="10434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/>
            <a:t>2. Azure Site Recovery initiates recovery in the secondary region.</a:t>
          </a:r>
          <a:endParaRPr lang="en-US" sz="1600" kern="1200"/>
        </a:p>
      </dsp:txBody>
      <dsp:txXfrm>
        <a:off x="6739153" y="3906"/>
        <a:ext cx="2459605" cy="1043469"/>
      </dsp:txXfrm>
    </dsp:sp>
    <dsp:sp modelId="{25BB0101-EAB5-400E-9DD8-9BF89F93B07A}">
      <dsp:nvSpPr>
        <dsp:cNvPr id="0" name=""/>
        <dsp:cNvSpPr/>
      </dsp:nvSpPr>
      <dsp:spPr>
        <a:xfrm>
          <a:off x="1316841" y="1855705"/>
          <a:ext cx="1043469" cy="1043469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8C4BF6-9972-46A1-8178-FF2C8D2FD079}">
      <dsp:nvSpPr>
        <dsp:cNvPr id="0" name=""/>
        <dsp:cNvSpPr/>
      </dsp:nvSpPr>
      <dsp:spPr>
        <a:xfrm>
          <a:off x="1535969" y="2074833"/>
          <a:ext cx="605212" cy="6052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BEC53B-EDDB-45C6-9747-381B0421DA25}">
      <dsp:nvSpPr>
        <dsp:cNvPr id="0" name=""/>
        <dsp:cNvSpPr/>
      </dsp:nvSpPr>
      <dsp:spPr>
        <a:xfrm>
          <a:off x="2583910" y="1855705"/>
          <a:ext cx="2459605" cy="10434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/>
            <a:t>3. The Recovery Plan starts VMs in dependency order.</a:t>
          </a:r>
          <a:endParaRPr lang="en-US" sz="1600" kern="1200"/>
        </a:p>
      </dsp:txBody>
      <dsp:txXfrm>
        <a:off x="2583910" y="1855705"/>
        <a:ext cx="2459605" cy="1043469"/>
      </dsp:txXfrm>
    </dsp:sp>
    <dsp:sp modelId="{778C9342-EA16-47E4-BF95-DF1D2353DFEE}">
      <dsp:nvSpPr>
        <dsp:cNvPr id="0" name=""/>
        <dsp:cNvSpPr/>
      </dsp:nvSpPr>
      <dsp:spPr>
        <a:xfrm>
          <a:off x="5472083" y="1855705"/>
          <a:ext cx="1043469" cy="1043469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94FCD0-FA9D-4C0F-8DE2-7ADBE0D1B2C9}">
      <dsp:nvSpPr>
        <dsp:cNvPr id="0" name=""/>
        <dsp:cNvSpPr/>
      </dsp:nvSpPr>
      <dsp:spPr>
        <a:xfrm>
          <a:off x="5691212" y="2074833"/>
          <a:ext cx="605212" cy="6052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69D951-0F5D-4AA9-A882-8DDD92A2BF57}">
      <dsp:nvSpPr>
        <dsp:cNvPr id="0" name=""/>
        <dsp:cNvSpPr/>
      </dsp:nvSpPr>
      <dsp:spPr>
        <a:xfrm>
          <a:off x="6739153" y="1855705"/>
          <a:ext cx="2459605" cy="10434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/>
            <a:t>4. The secondary Azure VNet provides required network connectivity.</a:t>
          </a:r>
          <a:endParaRPr lang="en-US" sz="1600" kern="1200"/>
        </a:p>
      </dsp:txBody>
      <dsp:txXfrm>
        <a:off x="6739153" y="1855705"/>
        <a:ext cx="2459605" cy="1043469"/>
      </dsp:txXfrm>
    </dsp:sp>
    <dsp:sp modelId="{4C9C066F-89D3-4D42-A75B-44C53593A4A8}">
      <dsp:nvSpPr>
        <dsp:cNvPr id="0" name=""/>
        <dsp:cNvSpPr/>
      </dsp:nvSpPr>
      <dsp:spPr>
        <a:xfrm>
          <a:off x="1316841" y="3707504"/>
          <a:ext cx="1043469" cy="1043469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10AA50-62DD-44B9-91B0-2ACB10BEFB17}">
      <dsp:nvSpPr>
        <dsp:cNvPr id="0" name=""/>
        <dsp:cNvSpPr/>
      </dsp:nvSpPr>
      <dsp:spPr>
        <a:xfrm>
          <a:off x="1535969" y="3926632"/>
          <a:ext cx="605212" cy="6052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9C5298-8BB0-4BDC-9AA3-BF6EC8CDDFEF}">
      <dsp:nvSpPr>
        <dsp:cNvPr id="0" name=""/>
        <dsp:cNvSpPr/>
      </dsp:nvSpPr>
      <dsp:spPr>
        <a:xfrm>
          <a:off x="2583910" y="3707504"/>
          <a:ext cx="2459605" cy="10434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/>
            <a:t>5. The application becomes available from the recovered environment.</a:t>
          </a:r>
          <a:endParaRPr lang="en-US" sz="1600" kern="1200"/>
        </a:p>
      </dsp:txBody>
      <dsp:txXfrm>
        <a:off x="2583910" y="3707504"/>
        <a:ext cx="2459605" cy="104346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8EC9D0-2A8F-45CF-B26C-CAA3F7ACB161}">
      <dsp:nvSpPr>
        <dsp:cNvPr id="0" name=""/>
        <dsp:cNvSpPr/>
      </dsp:nvSpPr>
      <dsp:spPr>
        <a:xfrm>
          <a:off x="212335" y="637360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2C60C7-8D3E-4246-9C37-DAEEDAFB07CB}">
      <dsp:nvSpPr>
        <dsp:cNvPr id="0" name=""/>
        <dsp:cNvSpPr/>
      </dsp:nvSpPr>
      <dsp:spPr>
        <a:xfrm>
          <a:off x="492877" y="917902"/>
          <a:ext cx="774830" cy="77483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AB7B6C-A998-4FD6-B6D6-3CC6FE978DBC}">
      <dsp:nvSpPr>
        <dsp:cNvPr id="0" name=""/>
        <dsp:cNvSpPr/>
      </dsp:nvSpPr>
      <dsp:spPr>
        <a:xfrm>
          <a:off x="1834517" y="637360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kern="1200"/>
            <a:t>Azure Site Recovery Test Failover validates the recovery process before an actual disaster.</a:t>
          </a:r>
          <a:endParaRPr lang="en-US" sz="2100" kern="1200"/>
        </a:p>
      </dsp:txBody>
      <dsp:txXfrm>
        <a:off x="1834517" y="637360"/>
        <a:ext cx="3148942" cy="1335915"/>
      </dsp:txXfrm>
    </dsp:sp>
    <dsp:sp modelId="{80C38954-172F-4348-8BD7-E88EF8B431A2}">
      <dsp:nvSpPr>
        <dsp:cNvPr id="0" name=""/>
        <dsp:cNvSpPr/>
      </dsp:nvSpPr>
      <dsp:spPr>
        <a:xfrm>
          <a:off x="5532139" y="637360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FC4C36-9C06-41AE-80C6-37DC097F0DDE}">
      <dsp:nvSpPr>
        <dsp:cNvPr id="0" name=""/>
        <dsp:cNvSpPr/>
      </dsp:nvSpPr>
      <dsp:spPr>
        <a:xfrm>
          <a:off x="5812681" y="917902"/>
          <a:ext cx="774830" cy="77483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194BE4-CAD0-4D42-ADFC-9D999A3F98E2}">
      <dsp:nvSpPr>
        <dsp:cNvPr id="0" name=""/>
        <dsp:cNvSpPr/>
      </dsp:nvSpPr>
      <dsp:spPr>
        <a:xfrm>
          <a:off x="7154322" y="637360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kern="1200"/>
            <a:t>Testing is performed without affecting the production environment.</a:t>
          </a:r>
          <a:endParaRPr lang="en-US" sz="2100" kern="1200"/>
        </a:p>
      </dsp:txBody>
      <dsp:txXfrm>
        <a:off x="7154322" y="637360"/>
        <a:ext cx="3148942" cy="1335915"/>
      </dsp:txXfrm>
    </dsp:sp>
    <dsp:sp modelId="{805B4C83-FA8E-43A7-842E-3FE46CE71F8B}">
      <dsp:nvSpPr>
        <dsp:cNvPr id="0" name=""/>
        <dsp:cNvSpPr/>
      </dsp:nvSpPr>
      <dsp:spPr>
        <a:xfrm>
          <a:off x="212335" y="2781604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F74F4D1-8FF6-482E-96ED-69C89A5D6B83}">
      <dsp:nvSpPr>
        <dsp:cNvPr id="0" name=""/>
        <dsp:cNvSpPr/>
      </dsp:nvSpPr>
      <dsp:spPr>
        <a:xfrm>
          <a:off x="492877" y="3062146"/>
          <a:ext cx="774830" cy="77483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E3E8D6-2688-4085-A0F9-DBC73C59E0C3}">
      <dsp:nvSpPr>
        <dsp:cNvPr id="0" name=""/>
        <dsp:cNvSpPr/>
      </dsp:nvSpPr>
      <dsp:spPr>
        <a:xfrm>
          <a:off x="1834517" y="2781604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kern="1200"/>
            <a:t>A separate isolated test network is used to prevent conflicts with the primary environment.</a:t>
          </a:r>
          <a:endParaRPr lang="en-US" sz="2100" kern="1200"/>
        </a:p>
      </dsp:txBody>
      <dsp:txXfrm>
        <a:off x="1834517" y="2781604"/>
        <a:ext cx="3148942" cy="1335915"/>
      </dsp:txXfrm>
    </dsp:sp>
    <dsp:sp modelId="{072D0748-C351-4A10-AA1F-FA315DEF9561}">
      <dsp:nvSpPr>
        <dsp:cNvPr id="0" name=""/>
        <dsp:cNvSpPr/>
      </dsp:nvSpPr>
      <dsp:spPr>
        <a:xfrm>
          <a:off x="5532139" y="2781604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7B4205-DC08-47AF-96B6-A2473C712737}">
      <dsp:nvSpPr>
        <dsp:cNvPr id="0" name=""/>
        <dsp:cNvSpPr/>
      </dsp:nvSpPr>
      <dsp:spPr>
        <a:xfrm>
          <a:off x="5812681" y="3062146"/>
          <a:ext cx="774830" cy="77483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650B03-F70B-4BE7-9D0F-DAD4304E8A84}">
      <dsp:nvSpPr>
        <dsp:cNvPr id="0" name=""/>
        <dsp:cNvSpPr/>
      </dsp:nvSpPr>
      <dsp:spPr>
        <a:xfrm>
          <a:off x="7154322" y="2781604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kern="1200"/>
            <a:t>The test confirms that the recovery workflow and VM startup sequence operate as intended.</a:t>
          </a:r>
          <a:endParaRPr lang="en-US" sz="2100" kern="1200"/>
        </a:p>
      </dsp:txBody>
      <dsp:txXfrm>
        <a:off x="7154322" y="2781604"/>
        <a:ext cx="3148942" cy="133591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8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10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#14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#18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#2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2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6035040"/>
            <a:ext cx="4114800" cy="822960"/>
          </a:xfrm>
          <a:prstGeom prst="rect">
            <a:avLst/>
          </a:prstGeom>
          <a:solidFill>
            <a:srgbClr val="373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595360" y="4480560"/>
            <a:ext cx="3566160" cy="2377440"/>
          </a:xfrm>
          <a:prstGeom prst="rect">
            <a:avLst/>
          </a:prstGeom>
          <a:solidFill>
            <a:srgbClr val="373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875520" y="914400"/>
            <a:ext cx="2286000" cy="2834640"/>
          </a:xfrm>
          <a:prstGeom prst="rect">
            <a:avLst/>
          </a:prstGeom>
          <a:solidFill>
            <a:srgbClr val="696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3474720" cy="1005840"/>
          </a:xfrm>
          <a:prstGeom prst="rect">
            <a:avLst/>
          </a:prstGeom>
          <a:solidFill>
            <a:srgbClr val="373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73A3E"/>
          </a:solidFill>
          <a:ln w="6350">
            <a:solidFill>
              <a:srgbClr val="B4B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903798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FFFFFF"/>
                </a:solidFill>
                <a:latin typeface="Aptos"/>
              </a:rPr>
              <a:t>Azure Site Recovery Failover Plan for a Business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886200"/>
            <a:ext cx="2686376" cy="661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FFFFF"/>
                </a:solidFill>
              </a:defRPr>
            </a:pPr>
            <a:r>
              <a:rPr dirty="0">
                <a:solidFill>
                  <a:srgbClr val="FFFFFF"/>
                </a:solidFill>
                <a:latin typeface="Aptos"/>
              </a:rPr>
              <a:t>Project Presentation</a:t>
            </a:r>
          </a:p>
          <a:p>
            <a:pPr>
              <a:defRPr sz="1600">
                <a:solidFill>
                  <a:srgbClr val="BED7F0"/>
                </a:solidFill>
              </a:defRPr>
            </a:pPr>
            <a:r>
              <a:rPr dirty="0">
                <a:solidFill>
                  <a:srgbClr val="FFFFFF"/>
                </a:solidFill>
                <a:latin typeface="Aptos"/>
              </a:rPr>
              <a:t>Team: T006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9"/>
          </a:solidFill>
          <a:ln w="8890">
            <a:solidFill>
              <a:srgbClr val="B4B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F54"/>
                </a:solidFill>
              </a:defRPr>
            </a:pPr>
            <a:r>
              <a:rPr sz="2900" b="1">
                <a:solidFill>
                  <a:srgbClr val="202225"/>
                </a:solidFill>
                <a:latin typeface="Aptos Display"/>
              </a:rPr>
              <a:t>Problem Statement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2307" y="1417320"/>
            <a:ext cx="3429000" cy="4297680"/>
          </a:xfrm>
          <a:prstGeom prst="roundRect">
            <a:avLst/>
          </a:prstGeom>
          <a:solidFill>
            <a:srgbClr val="F7F8F9"/>
          </a:solidFill>
          <a:ln w="8890">
            <a:solidFill>
              <a:srgbClr val="B4B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32307" y="1417320"/>
            <a:ext cx="3429000" cy="128016"/>
          </a:xfrm>
          <a:prstGeom prst="rect">
            <a:avLst/>
          </a:prstGeom>
          <a:solidFill>
            <a:srgbClr val="F7F8F9"/>
          </a:solidFill>
          <a:ln w="8890">
            <a:solidFill>
              <a:srgbClr val="B4B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0907" y="1737360"/>
            <a:ext cx="2971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82F54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Regional Failure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0907" y="2468880"/>
            <a:ext cx="2971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232B37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A failure affecting the primary Azure region can interrupt application availability.</a:t>
            </a:r>
          </a:p>
          <a:p>
            <a:pPr>
              <a:spcAft>
                <a:spcPts val="900"/>
              </a:spcAft>
              <a:defRPr sz="1400">
                <a:solidFill>
                  <a:srgbClr val="232B37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The DR design must provide a controlled recovery path.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1347" y="1417320"/>
            <a:ext cx="3429000" cy="4297680"/>
          </a:xfrm>
          <a:prstGeom prst="roundRect">
            <a:avLst/>
          </a:prstGeom>
          <a:solidFill>
            <a:srgbClr val="F7F8F9"/>
          </a:solidFill>
          <a:ln w="8890">
            <a:solidFill>
              <a:srgbClr val="B4B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81347" y="1417320"/>
            <a:ext cx="3429000" cy="128016"/>
          </a:xfrm>
          <a:prstGeom prst="rect">
            <a:avLst/>
          </a:prstGeom>
          <a:solidFill>
            <a:srgbClr val="F7F8F9"/>
          </a:solidFill>
          <a:ln w="8890">
            <a:solidFill>
              <a:srgbClr val="B4B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09947" y="1737360"/>
            <a:ext cx="2971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82F54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Business Continuity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9947" y="2468880"/>
            <a:ext cx="2971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232B37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Application workloads need to be available from another region.</a:t>
            </a:r>
          </a:p>
          <a:p>
            <a:pPr>
              <a:spcAft>
                <a:spcPts val="900"/>
              </a:spcAft>
              <a:defRPr sz="1400">
                <a:solidFill>
                  <a:srgbClr val="232B37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Recovery should respect tier dependencies.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0387" y="1417320"/>
            <a:ext cx="3429000" cy="4297680"/>
          </a:xfrm>
          <a:prstGeom prst="roundRect">
            <a:avLst/>
          </a:prstGeom>
          <a:solidFill>
            <a:srgbClr val="F7F8F9"/>
          </a:solidFill>
          <a:ln w="8890">
            <a:solidFill>
              <a:srgbClr val="B4B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130387" y="1417320"/>
            <a:ext cx="3429000" cy="128016"/>
          </a:xfrm>
          <a:prstGeom prst="rect">
            <a:avLst/>
          </a:prstGeom>
          <a:solidFill>
            <a:srgbClr val="F7F8F9"/>
          </a:solidFill>
          <a:ln w="8890">
            <a:solidFill>
              <a:srgbClr val="B4B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58987" y="1737360"/>
            <a:ext cx="2971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82F54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Validation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8987" y="2468880"/>
            <a:ext cx="2971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232B37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The recovery process must be tested without disrupting production.</a:t>
            </a:r>
          </a:p>
          <a:p>
            <a:pPr>
              <a:spcAft>
                <a:spcPts val="900"/>
              </a:spcAft>
              <a:defRPr sz="1400">
                <a:solidFill>
                  <a:srgbClr val="232B37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An isolated test network is used for test failover.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F7F8F9"/>
          </a:solidFill>
          <a:ln w="8890">
            <a:solidFill>
              <a:srgbClr val="B4B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247120" y="6665976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182880"/>
            <a:ext cx="914400" cy="50292"/>
          </a:xfrm>
          <a:prstGeom prst="rect">
            <a:avLst/>
          </a:prstGeom>
          <a:solidFill>
            <a:srgbClr val="373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229600" y="182880"/>
            <a:ext cx="3383280" cy="18288"/>
          </a:xfrm>
          <a:prstGeom prst="rect">
            <a:avLst/>
          </a:prstGeom>
          <a:solidFill>
            <a:srgbClr val="B4B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1475720" y="6473952"/>
            <a:ext cx="201168" cy="32004"/>
          </a:xfrm>
          <a:prstGeom prst="rect">
            <a:avLst/>
          </a:prstGeom>
          <a:solidFill>
            <a:srgbClr val="373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56032" y="1097280"/>
            <a:ext cx="16459" cy="5074920"/>
          </a:xfrm>
          <a:prstGeom prst="rect">
            <a:avLst/>
          </a:prstGeom>
          <a:solidFill>
            <a:srgbClr val="B4B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9"/>
          </a:solidFill>
          <a:ln w="8890">
            <a:solidFill>
              <a:srgbClr val="B4B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F54"/>
                </a:solidFill>
              </a:defRPr>
            </a:pPr>
            <a:r>
              <a:rPr sz="2900" b="1">
                <a:solidFill>
                  <a:srgbClr val="202225"/>
                </a:solidFill>
                <a:latin typeface="Aptos Display"/>
              </a:rPr>
              <a:t>Project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F7F8F9"/>
          </a:solidFill>
          <a:ln w="8890">
            <a:solidFill>
              <a:srgbClr val="B4B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47120" y="6665976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2</a:t>
            </a:r>
          </a:p>
        </p:txBody>
      </p:sp>
      <p:graphicFrame>
        <p:nvGraphicFramePr>
          <p:cNvPr id="8" name="TextBox 3">
            <a:extLst>
              <a:ext uri="{FF2B5EF4-FFF2-40B4-BE49-F238E27FC236}">
                <a16:creationId xmlns:a16="http://schemas.microsoft.com/office/drawing/2014/main" id="{26D3652D-FB38-3D54-6FFB-2E7B629F0419}"/>
              </a:ext>
            </a:extLst>
          </p:cNvPr>
          <p:cNvGraphicFramePr/>
          <p:nvPr/>
        </p:nvGraphicFramePr>
        <p:xfrm>
          <a:off x="822960" y="1325880"/>
          <a:ext cx="10515600" cy="47548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Rectangle 8"/>
          <p:cNvSpPr/>
          <p:nvPr/>
        </p:nvSpPr>
        <p:spPr>
          <a:xfrm>
            <a:off x="566928" y="182880"/>
            <a:ext cx="914400" cy="50292"/>
          </a:xfrm>
          <a:prstGeom prst="rect">
            <a:avLst/>
          </a:prstGeom>
          <a:solidFill>
            <a:srgbClr val="373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29600" y="182880"/>
            <a:ext cx="3383280" cy="18288"/>
          </a:xfrm>
          <a:prstGeom prst="rect">
            <a:avLst/>
          </a:prstGeom>
          <a:solidFill>
            <a:srgbClr val="B4B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1475720" y="6473952"/>
            <a:ext cx="201168" cy="32004"/>
          </a:xfrm>
          <a:prstGeom prst="rect">
            <a:avLst/>
          </a:prstGeom>
          <a:solidFill>
            <a:srgbClr val="373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56032" y="1097280"/>
            <a:ext cx="16459" cy="5074920"/>
          </a:xfrm>
          <a:prstGeom prst="rect">
            <a:avLst/>
          </a:prstGeom>
          <a:solidFill>
            <a:srgbClr val="B4B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9"/>
          </a:solidFill>
          <a:ln w="8890">
            <a:solidFill>
              <a:srgbClr val="B4B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F54"/>
                </a:solidFill>
              </a:defRPr>
            </a:pPr>
            <a:r>
              <a:rPr sz="2900" b="1">
                <a:solidFill>
                  <a:srgbClr val="202225"/>
                </a:solidFill>
                <a:latin typeface="Aptos Display"/>
              </a:rPr>
              <a:t>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F7F8F9"/>
          </a:solidFill>
          <a:ln w="8890">
            <a:solidFill>
              <a:srgbClr val="B4B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47120" y="6665976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4</a:t>
            </a:r>
          </a:p>
        </p:txBody>
      </p:sp>
      <p:graphicFrame>
        <p:nvGraphicFramePr>
          <p:cNvPr id="10" name="TextBox 3">
            <a:extLst>
              <a:ext uri="{FF2B5EF4-FFF2-40B4-BE49-F238E27FC236}">
                <a16:creationId xmlns:a16="http://schemas.microsoft.com/office/drawing/2014/main" id="{3B4C3036-76B2-26C6-93C9-1566CB25C0BB}"/>
              </a:ext>
            </a:extLst>
          </p:cNvPr>
          <p:cNvGraphicFramePr/>
          <p:nvPr/>
        </p:nvGraphicFramePr>
        <p:xfrm>
          <a:off x="822960" y="1325880"/>
          <a:ext cx="10515600" cy="47548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1" name="Rectangle 10"/>
          <p:cNvSpPr/>
          <p:nvPr/>
        </p:nvSpPr>
        <p:spPr>
          <a:xfrm>
            <a:off x="566928" y="182880"/>
            <a:ext cx="914400" cy="50292"/>
          </a:xfrm>
          <a:prstGeom prst="rect">
            <a:avLst/>
          </a:prstGeom>
          <a:solidFill>
            <a:srgbClr val="373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229600" y="182880"/>
            <a:ext cx="3383280" cy="18288"/>
          </a:xfrm>
          <a:prstGeom prst="rect">
            <a:avLst/>
          </a:prstGeom>
          <a:solidFill>
            <a:srgbClr val="B4B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1475720" y="6473952"/>
            <a:ext cx="201168" cy="32004"/>
          </a:xfrm>
          <a:prstGeom prst="rect">
            <a:avLst/>
          </a:prstGeom>
          <a:solidFill>
            <a:srgbClr val="373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56032" y="1097280"/>
            <a:ext cx="16459" cy="5074920"/>
          </a:xfrm>
          <a:prstGeom prst="rect">
            <a:avLst/>
          </a:prstGeom>
          <a:solidFill>
            <a:srgbClr val="B4B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9"/>
          </a:solidFill>
          <a:ln w="8890">
            <a:solidFill>
              <a:srgbClr val="B4B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F54"/>
                </a:solidFill>
              </a:defRPr>
            </a:pPr>
            <a:r>
              <a:rPr sz="2900" b="1">
                <a:solidFill>
                  <a:srgbClr val="202225"/>
                </a:solidFill>
                <a:latin typeface="Aptos Display"/>
              </a:rPr>
              <a:t>Three-Tier Application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2307" y="1417320"/>
            <a:ext cx="3429000" cy="4297680"/>
          </a:xfrm>
          <a:prstGeom prst="roundRect">
            <a:avLst/>
          </a:prstGeom>
          <a:solidFill>
            <a:srgbClr val="F7F8F9"/>
          </a:solidFill>
          <a:ln w="8890">
            <a:solidFill>
              <a:srgbClr val="B4B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32307" y="1417320"/>
            <a:ext cx="3429000" cy="128016"/>
          </a:xfrm>
          <a:prstGeom prst="rect">
            <a:avLst/>
          </a:prstGeom>
          <a:solidFill>
            <a:srgbClr val="F7F8F9"/>
          </a:solidFill>
          <a:ln w="8890">
            <a:solidFill>
              <a:srgbClr val="B4B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0907" y="1737360"/>
            <a:ext cx="2971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82F54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Web Tier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0907" y="2468880"/>
            <a:ext cx="2971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232B37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User-facing application layer.</a:t>
            </a:r>
          </a:p>
          <a:p>
            <a:pPr>
              <a:spcAft>
                <a:spcPts val="900"/>
              </a:spcAft>
              <a:defRPr sz="1400">
                <a:solidFill>
                  <a:srgbClr val="232B37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Recovered after the Application tier is available.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1347" y="1417320"/>
            <a:ext cx="3429000" cy="4297680"/>
          </a:xfrm>
          <a:prstGeom prst="roundRect">
            <a:avLst/>
          </a:prstGeom>
          <a:solidFill>
            <a:srgbClr val="F7F8F9"/>
          </a:solidFill>
          <a:ln w="8890">
            <a:solidFill>
              <a:srgbClr val="B4B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81347" y="1417320"/>
            <a:ext cx="3429000" cy="128016"/>
          </a:xfrm>
          <a:prstGeom prst="rect">
            <a:avLst/>
          </a:prstGeom>
          <a:solidFill>
            <a:srgbClr val="F7F8F9"/>
          </a:solidFill>
          <a:ln w="8890">
            <a:solidFill>
              <a:srgbClr val="B4B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09947" y="1737360"/>
            <a:ext cx="2971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82F54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Application Tier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9947" y="2468880"/>
            <a:ext cx="2971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232B37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Business/application processing layer.</a:t>
            </a:r>
          </a:p>
          <a:p>
            <a:pPr>
              <a:spcAft>
                <a:spcPts val="900"/>
              </a:spcAft>
              <a:defRPr sz="1400">
                <a:solidFill>
                  <a:srgbClr val="232B37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Depends on the Database tier.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0387" y="1417320"/>
            <a:ext cx="3429000" cy="4297680"/>
          </a:xfrm>
          <a:prstGeom prst="roundRect">
            <a:avLst/>
          </a:prstGeom>
          <a:solidFill>
            <a:srgbClr val="F7F8F9"/>
          </a:solidFill>
          <a:ln w="8890">
            <a:solidFill>
              <a:srgbClr val="B4B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130387" y="1417320"/>
            <a:ext cx="3429000" cy="128016"/>
          </a:xfrm>
          <a:prstGeom prst="rect">
            <a:avLst/>
          </a:prstGeom>
          <a:solidFill>
            <a:srgbClr val="F7F8F9"/>
          </a:solidFill>
          <a:ln w="8890">
            <a:solidFill>
              <a:srgbClr val="B4B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58987" y="1737360"/>
            <a:ext cx="2971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82F54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Database Tier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8987" y="2468880"/>
            <a:ext cx="2971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232B37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Data persistence layer.</a:t>
            </a:r>
          </a:p>
          <a:p>
            <a:pPr>
              <a:spcAft>
                <a:spcPts val="900"/>
              </a:spcAft>
              <a:defRPr sz="1400">
                <a:solidFill>
                  <a:srgbClr val="232B37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Recovered first to satisfy application dependencies.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F7F8F9"/>
          </a:solidFill>
          <a:ln w="8890">
            <a:solidFill>
              <a:srgbClr val="B4B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247120" y="6665976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182880"/>
            <a:ext cx="914400" cy="50292"/>
          </a:xfrm>
          <a:prstGeom prst="rect">
            <a:avLst/>
          </a:prstGeom>
          <a:solidFill>
            <a:srgbClr val="373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229600" y="182880"/>
            <a:ext cx="3383280" cy="18288"/>
          </a:xfrm>
          <a:prstGeom prst="rect">
            <a:avLst/>
          </a:prstGeom>
          <a:solidFill>
            <a:srgbClr val="B4B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1475720" y="6473952"/>
            <a:ext cx="201168" cy="32004"/>
          </a:xfrm>
          <a:prstGeom prst="rect">
            <a:avLst/>
          </a:prstGeom>
          <a:solidFill>
            <a:srgbClr val="373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56032" y="1097280"/>
            <a:ext cx="16459" cy="5074920"/>
          </a:xfrm>
          <a:prstGeom prst="rect">
            <a:avLst/>
          </a:prstGeom>
          <a:solidFill>
            <a:srgbClr val="B4B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9"/>
          </a:solidFill>
          <a:ln w="8890">
            <a:solidFill>
              <a:srgbClr val="B4B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F54"/>
                </a:solidFill>
              </a:defRPr>
            </a:pPr>
            <a:r>
              <a:rPr sz="2900" b="1">
                <a:solidFill>
                  <a:srgbClr val="202225"/>
                </a:solidFill>
                <a:latin typeface="Aptos Display"/>
              </a:rPr>
              <a:t>Azure Infrastructure Components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2307" y="1417320"/>
            <a:ext cx="3429000" cy="4297680"/>
          </a:xfrm>
          <a:prstGeom prst="roundRect">
            <a:avLst/>
          </a:prstGeom>
          <a:solidFill>
            <a:srgbClr val="F7F8F9"/>
          </a:solidFill>
          <a:ln w="8890">
            <a:solidFill>
              <a:srgbClr val="B4B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32307" y="1417320"/>
            <a:ext cx="3429000" cy="128016"/>
          </a:xfrm>
          <a:prstGeom prst="rect">
            <a:avLst/>
          </a:prstGeom>
          <a:solidFill>
            <a:srgbClr val="F7F8F9"/>
          </a:solidFill>
          <a:ln w="8890">
            <a:solidFill>
              <a:srgbClr val="B4B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0907" y="1737360"/>
            <a:ext cx="2971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82F54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Azure VNet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0907" y="2468880"/>
            <a:ext cx="2971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232B37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Provides the network environment for the application tiers.</a:t>
            </a:r>
          </a:p>
          <a:p>
            <a:pPr>
              <a:spcAft>
                <a:spcPts val="900"/>
              </a:spcAft>
              <a:defRPr sz="1400">
                <a:solidFill>
                  <a:srgbClr val="232B37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Secondary VNet provides connectivity after recovery.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1347" y="1417320"/>
            <a:ext cx="3429000" cy="4297680"/>
          </a:xfrm>
          <a:prstGeom prst="roundRect">
            <a:avLst/>
          </a:prstGeom>
          <a:solidFill>
            <a:srgbClr val="F7F8F9"/>
          </a:solidFill>
          <a:ln w="8890">
            <a:solidFill>
              <a:srgbClr val="B4B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81347" y="1417320"/>
            <a:ext cx="3429000" cy="128016"/>
          </a:xfrm>
          <a:prstGeom prst="rect">
            <a:avLst/>
          </a:prstGeom>
          <a:solidFill>
            <a:srgbClr val="F7F8F9"/>
          </a:solidFill>
          <a:ln w="8890">
            <a:solidFill>
              <a:srgbClr val="B4B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09947" y="1737360"/>
            <a:ext cx="2971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82F54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Azure VMs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9947" y="2468880"/>
            <a:ext cx="2971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232B37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Host the Web, Application and Database workloads.</a:t>
            </a:r>
          </a:p>
          <a:p>
            <a:pPr>
              <a:spcAft>
                <a:spcPts val="900"/>
              </a:spcAft>
              <a:defRPr sz="1400">
                <a:solidFill>
                  <a:srgbClr val="232B37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Protected workloads are replicated between regions.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0387" y="1417320"/>
            <a:ext cx="3429000" cy="4297680"/>
          </a:xfrm>
          <a:prstGeom prst="roundRect">
            <a:avLst/>
          </a:prstGeom>
          <a:solidFill>
            <a:srgbClr val="F7F8F9"/>
          </a:solidFill>
          <a:ln w="8890">
            <a:solidFill>
              <a:srgbClr val="B4B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130387" y="1417320"/>
            <a:ext cx="3429000" cy="128016"/>
          </a:xfrm>
          <a:prstGeom prst="rect">
            <a:avLst/>
          </a:prstGeom>
          <a:solidFill>
            <a:srgbClr val="F7F8F9"/>
          </a:solidFill>
          <a:ln w="8890">
            <a:solidFill>
              <a:srgbClr val="B4B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58987" y="1737360"/>
            <a:ext cx="2971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82F54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Recovery Services Vault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8987" y="2468880"/>
            <a:ext cx="2971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232B37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Central management point for ASR.</a:t>
            </a:r>
          </a:p>
          <a:p>
            <a:pPr>
              <a:spcAft>
                <a:spcPts val="900"/>
              </a:spcAft>
              <a:defRPr sz="1400">
                <a:solidFill>
                  <a:srgbClr val="232B37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Stores recovery configuration and plans.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F7F8F9"/>
          </a:solidFill>
          <a:ln w="8890">
            <a:solidFill>
              <a:srgbClr val="B4B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247120" y="6665976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182880"/>
            <a:ext cx="914400" cy="50292"/>
          </a:xfrm>
          <a:prstGeom prst="rect">
            <a:avLst/>
          </a:prstGeom>
          <a:solidFill>
            <a:srgbClr val="373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229600" y="182880"/>
            <a:ext cx="3383280" cy="18288"/>
          </a:xfrm>
          <a:prstGeom prst="rect">
            <a:avLst/>
          </a:prstGeom>
          <a:solidFill>
            <a:srgbClr val="B4B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1475720" y="6473952"/>
            <a:ext cx="201168" cy="32004"/>
          </a:xfrm>
          <a:prstGeom prst="rect">
            <a:avLst/>
          </a:prstGeom>
          <a:solidFill>
            <a:srgbClr val="373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56032" y="1097280"/>
            <a:ext cx="16459" cy="5074920"/>
          </a:xfrm>
          <a:prstGeom prst="rect">
            <a:avLst/>
          </a:prstGeom>
          <a:solidFill>
            <a:srgbClr val="B4B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9"/>
          </a:solidFill>
          <a:ln w="8890">
            <a:solidFill>
              <a:srgbClr val="B4B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F54"/>
                </a:solidFill>
              </a:defRPr>
            </a:pPr>
            <a:r>
              <a:rPr sz="2900" b="1">
                <a:solidFill>
                  <a:srgbClr val="202225"/>
                </a:solidFill>
                <a:latin typeface="Aptos Display"/>
              </a:rPr>
              <a:t>Azure Site Recovery (ASR)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F7F8F9"/>
          </a:solidFill>
          <a:ln w="8890">
            <a:solidFill>
              <a:srgbClr val="B4B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47120" y="6665976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7</a:t>
            </a:r>
          </a:p>
        </p:txBody>
      </p:sp>
      <p:graphicFrame>
        <p:nvGraphicFramePr>
          <p:cNvPr id="10" name="TextBox 3">
            <a:extLst>
              <a:ext uri="{FF2B5EF4-FFF2-40B4-BE49-F238E27FC236}">
                <a16:creationId xmlns:a16="http://schemas.microsoft.com/office/drawing/2014/main" id="{C53108D3-995A-8ED1-C05E-496B8A90293C}"/>
              </a:ext>
            </a:extLst>
          </p:cNvPr>
          <p:cNvGraphicFramePr/>
          <p:nvPr/>
        </p:nvGraphicFramePr>
        <p:xfrm>
          <a:off x="822960" y="1325880"/>
          <a:ext cx="10515600" cy="47548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1" name="Rectangle 10"/>
          <p:cNvSpPr/>
          <p:nvPr/>
        </p:nvSpPr>
        <p:spPr>
          <a:xfrm>
            <a:off x="566928" y="182880"/>
            <a:ext cx="914400" cy="50292"/>
          </a:xfrm>
          <a:prstGeom prst="rect">
            <a:avLst/>
          </a:prstGeom>
          <a:solidFill>
            <a:srgbClr val="373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229600" y="182880"/>
            <a:ext cx="3383280" cy="18288"/>
          </a:xfrm>
          <a:prstGeom prst="rect">
            <a:avLst/>
          </a:prstGeom>
          <a:solidFill>
            <a:srgbClr val="B4B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1475720" y="6473952"/>
            <a:ext cx="201168" cy="32004"/>
          </a:xfrm>
          <a:prstGeom prst="rect">
            <a:avLst/>
          </a:prstGeom>
          <a:solidFill>
            <a:srgbClr val="373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56032" y="1097280"/>
            <a:ext cx="16459" cy="5074920"/>
          </a:xfrm>
          <a:prstGeom prst="rect">
            <a:avLst/>
          </a:prstGeom>
          <a:solidFill>
            <a:srgbClr val="B4B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9"/>
          </a:solidFill>
          <a:ln w="8890">
            <a:solidFill>
              <a:srgbClr val="B4B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F54"/>
                </a:solidFill>
              </a:defRPr>
            </a:pPr>
            <a:r>
              <a:rPr sz="2900" b="1">
                <a:solidFill>
                  <a:srgbClr val="202225"/>
                </a:solidFill>
                <a:latin typeface="Aptos Display"/>
              </a:rPr>
              <a:t>Primary-to-Secondary Replication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8631" y="2514600"/>
            <a:ext cx="1828800" cy="1051560"/>
          </a:xfrm>
          <a:prstGeom prst="roundRect">
            <a:avLst/>
          </a:prstGeom>
          <a:solidFill>
            <a:srgbClr val="F7F8F9"/>
          </a:solidFill>
          <a:ln w="8890">
            <a:solidFill>
              <a:srgbClr val="B4B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11783" y="2743200"/>
            <a:ext cx="1682496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82F54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Primary Azure</a:t>
            </a:r>
            <a:br/>
            <a:r>
              <a:rPr sz="1700">
                <a:solidFill>
                  <a:srgbClr val="373A3E"/>
                </a:solidFill>
                <a:latin typeface="Aptos"/>
              </a:rPr>
              <a:t>Region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67431" y="2807208"/>
            <a:ext cx="29260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78D4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60039" y="2514600"/>
            <a:ext cx="1828800" cy="1051560"/>
          </a:xfrm>
          <a:prstGeom prst="roundRect">
            <a:avLst/>
          </a:prstGeom>
          <a:solidFill>
            <a:srgbClr val="F7F8F9"/>
          </a:solidFill>
          <a:ln w="8890">
            <a:solidFill>
              <a:srgbClr val="B4B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133191" y="2743200"/>
            <a:ext cx="1682496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82F54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Azure VMs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88839" y="2807208"/>
            <a:ext cx="29260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78D4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81447" y="2514600"/>
            <a:ext cx="1828800" cy="1051560"/>
          </a:xfrm>
          <a:prstGeom prst="roundRect">
            <a:avLst/>
          </a:prstGeom>
          <a:solidFill>
            <a:srgbClr val="F7F8F9"/>
          </a:solidFill>
          <a:ln w="8890">
            <a:solidFill>
              <a:srgbClr val="B4B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254599" y="2743200"/>
            <a:ext cx="1682496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82F54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Azure Site</a:t>
            </a:r>
            <a:br/>
            <a:r>
              <a:rPr sz="1700">
                <a:solidFill>
                  <a:srgbClr val="373A3E"/>
                </a:solidFill>
                <a:latin typeface="Aptos"/>
              </a:rPr>
              <a:t>Recovery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10247" y="2807208"/>
            <a:ext cx="29260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78D4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02855" y="2514600"/>
            <a:ext cx="1828800" cy="1051560"/>
          </a:xfrm>
          <a:prstGeom prst="roundRect">
            <a:avLst/>
          </a:prstGeom>
          <a:solidFill>
            <a:srgbClr val="F7F8F9"/>
          </a:solidFill>
          <a:ln w="8890">
            <a:solidFill>
              <a:srgbClr val="B4B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76007" y="2743200"/>
            <a:ext cx="1682496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82F54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Replication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31655" y="2807208"/>
            <a:ext cx="29260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78D4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24263" y="2514600"/>
            <a:ext cx="1828800" cy="1051560"/>
          </a:xfrm>
          <a:prstGeom prst="roundRect">
            <a:avLst/>
          </a:prstGeom>
          <a:solidFill>
            <a:srgbClr val="F7F8F9"/>
          </a:solidFill>
          <a:ln w="8890">
            <a:solidFill>
              <a:srgbClr val="B4B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497415" y="2743200"/>
            <a:ext cx="1682496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82F54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Secondary Azure</a:t>
            </a:r>
            <a:br/>
            <a:r>
              <a:rPr sz="1700">
                <a:solidFill>
                  <a:srgbClr val="373A3E"/>
                </a:solidFill>
                <a:latin typeface="Aptos"/>
              </a:rPr>
              <a:t>Region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4297680"/>
            <a:ext cx="9784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232B37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Protected workloads are replicated so that recovery can be initiated in the secondary region.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F7F8F9"/>
          </a:solidFill>
          <a:ln w="8890">
            <a:solidFill>
              <a:srgbClr val="B4B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247120" y="6665976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182880"/>
            <a:ext cx="914400" cy="50292"/>
          </a:xfrm>
          <a:prstGeom prst="rect">
            <a:avLst/>
          </a:prstGeom>
          <a:solidFill>
            <a:srgbClr val="373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229600" y="182880"/>
            <a:ext cx="3383280" cy="18288"/>
          </a:xfrm>
          <a:prstGeom prst="rect">
            <a:avLst/>
          </a:prstGeom>
          <a:solidFill>
            <a:srgbClr val="B4B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1475720" y="6473952"/>
            <a:ext cx="201168" cy="32004"/>
          </a:xfrm>
          <a:prstGeom prst="rect">
            <a:avLst/>
          </a:prstGeom>
          <a:solidFill>
            <a:srgbClr val="373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256032" y="1097280"/>
            <a:ext cx="16459" cy="5074920"/>
          </a:xfrm>
          <a:prstGeom prst="rect">
            <a:avLst/>
          </a:prstGeom>
          <a:solidFill>
            <a:srgbClr val="B4B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9"/>
          </a:solidFill>
          <a:ln w="8890">
            <a:solidFill>
              <a:srgbClr val="B4B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F54"/>
                </a:solidFill>
              </a:defRPr>
            </a:pPr>
            <a:r>
              <a:rPr sz="2900" b="1">
                <a:solidFill>
                  <a:srgbClr val="202225"/>
                </a:solidFill>
                <a:latin typeface="Aptos Display"/>
              </a:rPr>
              <a:t>Recovery Services Vault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F7F8F9"/>
          </a:solidFill>
          <a:ln w="8890">
            <a:solidFill>
              <a:srgbClr val="B4B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47120" y="6665976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9</a:t>
            </a:r>
          </a:p>
        </p:txBody>
      </p:sp>
      <p:graphicFrame>
        <p:nvGraphicFramePr>
          <p:cNvPr id="10" name="TextBox 3">
            <a:extLst>
              <a:ext uri="{FF2B5EF4-FFF2-40B4-BE49-F238E27FC236}">
                <a16:creationId xmlns:a16="http://schemas.microsoft.com/office/drawing/2014/main" id="{0AB9FB4B-91BD-1BEE-6BE0-BAFFF69D6BDB}"/>
              </a:ext>
            </a:extLst>
          </p:cNvPr>
          <p:cNvGraphicFramePr/>
          <p:nvPr/>
        </p:nvGraphicFramePr>
        <p:xfrm>
          <a:off x="822960" y="1325880"/>
          <a:ext cx="10515600" cy="47548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1" name="Rectangle 10"/>
          <p:cNvSpPr/>
          <p:nvPr/>
        </p:nvSpPr>
        <p:spPr>
          <a:xfrm>
            <a:off x="566928" y="182880"/>
            <a:ext cx="914400" cy="50292"/>
          </a:xfrm>
          <a:prstGeom prst="rect">
            <a:avLst/>
          </a:prstGeom>
          <a:solidFill>
            <a:srgbClr val="373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229600" y="182880"/>
            <a:ext cx="3383280" cy="18288"/>
          </a:xfrm>
          <a:prstGeom prst="rect">
            <a:avLst/>
          </a:prstGeom>
          <a:solidFill>
            <a:srgbClr val="B4B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1475720" y="6473952"/>
            <a:ext cx="201168" cy="32004"/>
          </a:xfrm>
          <a:prstGeom prst="rect">
            <a:avLst/>
          </a:prstGeom>
          <a:solidFill>
            <a:srgbClr val="373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56032" y="1097280"/>
            <a:ext cx="16459" cy="5074920"/>
          </a:xfrm>
          <a:prstGeom prst="rect">
            <a:avLst/>
          </a:prstGeom>
          <a:solidFill>
            <a:srgbClr val="B4B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9"/>
          </a:solidFill>
          <a:ln w="8890">
            <a:solidFill>
              <a:srgbClr val="B4B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F54"/>
                </a:solidFill>
              </a:defRPr>
            </a:pPr>
            <a:r>
              <a:rPr sz="2900" b="1">
                <a:solidFill>
                  <a:srgbClr val="202225"/>
                </a:solidFill>
                <a:latin typeface="Aptos Display"/>
              </a:rPr>
              <a:t>Recovery Plan &amp; Dependencies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999335" y="2514600"/>
            <a:ext cx="1828800" cy="1051560"/>
          </a:xfrm>
          <a:prstGeom prst="roundRect">
            <a:avLst/>
          </a:prstGeom>
          <a:solidFill>
            <a:srgbClr val="F7F8F9"/>
          </a:solidFill>
          <a:ln w="8890">
            <a:solidFill>
              <a:srgbClr val="B4B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072487" y="2743200"/>
            <a:ext cx="1682496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82F54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Database VM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28135" y="2807208"/>
            <a:ext cx="29260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78D4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20743" y="2514600"/>
            <a:ext cx="1828800" cy="1051560"/>
          </a:xfrm>
          <a:prstGeom prst="roundRect">
            <a:avLst/>
          </a:prstGeom>
          <a:solidFill>
            <a:srgbClr val="F7F8F9"/>
          </a:solidFill>
          <a:ln w="8890">
            <a:solidFill>
              <a:srgbClr val="B4B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93895" y="2743200"/>
            <a:ext cx="1682496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82F54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Application VM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9543" y="2807208"/>
            <a:ext cx="29260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78D4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2151" y="2514600"/>
            <a:ext cx="1828800" cy="1051560"/>
          </a:xfrm>
          <a:prstGeom prst="roundRect">
            <a:avLst/>
          </a:prstGeom>
          <a:solidFill>
            <a:srgbClr val="F7F8F9"/>
          </a:solidFill>
          <a:ln w="8890">
            <a:solidFill>
              <a:srgbClr val="B4B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15303" y="2743200"/>
            <a:ext cx="1682496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82F54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Web VM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70951" y="2807208"/>
            <a:ext cx="29260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78D4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63559" y="2514600"/>
            <a:ext cx="1828800" cy="1051560"/>
          </a:xfrm>
          <a:prstGeom prst="roundRect">
            <a:avLst/>
          </a:prstGeom>
          <a:solidFill>
            <a:srgbClr val="F7F8F9"/>
          </a:solidFill>
          <a:ln w="8890">
            <a:solidFill>
              <a:srgbClr val="B4B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36711" y="2743200"/>
            <a:ext cx="1682496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82F54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Application</a:t>
            </a:r>
            <a:br/>
            <a:r>
              <a:rPr sz="1700">
                <a:solidFill>
                  <a:srgbClr val="373A3E"/>
                </a:solidFill>
                <a:latin typeface="Aptos"/>
              </a:rPr>
              <a:t>Availability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251960"/>
            <a:ext cx="10241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232B37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The Recovery Plan controls startup order according to application dependencies.</a:t>
            </a:r>
          </a:p>
          <a:p>
            <a:pPr>
              <a:spcAft>
                <a:spcPts val="1000"/>
              </a:spcAft>
              <a:defRPr sz="1700" b="0">
                <a:solidFill>
                  <a:srgbClr val="232B37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Database is recovered first, followed by Application and then Web.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F7F8F9"/>
          </a:solidFill>
          <a:ln w="8890">
            <a:solidFill>
              <a:srgbClr val="B4B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247120" y="6665976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182880"/>
            <a:ext cx="914400" cy="50292"/>
          </a:xfrm>
          <a:prstGeom prst="rect">
            <a:avLst/>
          </a:prstGeom>
          <a:solidFill>
            <a:srgbClr val="373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229600" y="182880"/>
            <a:ext cx="3383280" cy="18288"/>
          </a:xfrm>
          <a:prstGeom prst="rect">
            <a:avLst/>
          </a:prstGeom>
          <a:solidFill>
            <a:srgbClr val="B4B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1475720" y="6473952"/>
            <a:ext cx="201168" cy="32004"/>
          </a:xfrm>
          <a:prstGeom prst="rect">
            <a:avLst/>
          </a:prstGeom>
          <a:solidFill>
            <a:srgbClr val="373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56032" y="1097280"/>
            <a:ext cx="16459" cy="5074920"/>
          </a:xfrm>
          <a:prstGeom prst="rect">
            <a:avLst/>
          </a:prstGeom>
          <a:solidFill>
            <a:srgbClr val="B4B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9"/>
          </a:solidFill>
          <a:ln w="8890">
            <a:solidFill>
              <a:srgbClr val="B4B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F54"/>
                </a:solidFill>
              </a:defRPr>
            </a:pPr>
            <a:r>
              <a:rPr sz="2900" b="1">
                <a:solidFill>
                  <a:srgbClr val="202225"/>
                </a:solidFill>
                <a:latin typeface="Aptos Display"/>
              </a:rPr>
              <a:t>Disaster Recovery Failover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F7F8F9"/>
          </a:solidFill>
          <a:ln w="8890">
            <a:solidFill>
              <a:srgbClr val="B4B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47120" y="6665976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11</a:t>
            </a:r>
          </a:p>
        </p:txBody>
      </p:sp>
      <p:graphicFrame>
        <p:nvGraphicFramePr>
          <p:cNvPr id="8" name="TextBox 3">
            <a:extLst>
              <a:ext uri="{FF2B5EF4-FFF2-40B4-BE49-F238E27FC236}">
                <a16:creationId xmlns:a16="http://schemas.microsoft.com/office/drawing/2014/main" id="{EA7B9F3C-B6EB-4848-CA46-9E27A93FA0EC}"/>
              </a:ext>
            </a:extLst>
          </p:cNvPr>
          <p:cNvGraphicFramePr/>
          <p:nvPr/>
        </p:nvGraphicFramePr>
        <p:xfrm>
          <a:off x="822960" y="1325880"/>
          <a:ext cx="10515600" cy="47548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Rectangle 8"/>
          <p:cNvSpPr/>
          <p:nvPr/>
        </p:nvSpPr>
        <p:spPr>
          <a:xfrm>
            <a:off x="566928" y="182880"/>
            <a:ext cx="914400" cy="50292"/>
          </a:xfrm>
          <a:prstGeom prst="rect">
            <a:avLst/>
          </a:prstGeom>
          <a:solidFill>
            <a:srgbClr val="373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29600" y="182880"/>
            <a:ext cx="3383280" cy="18288"/>
          </a:xfrm>
          <a:prstGeom prst="rect">
            <a:avLst/>
          </a:prstGeom>
          <a:solidFill>
            <a:srgbClr val="B4B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1475720" y="6473952"/>
            <a:ext cx="201168" cy="32004"/>
          </a:xfrm>
          <a:prstGeom prst="rect">
            <a:avLst/>
          </a:prstGeom>
          <a:solidFill>
            <a:srgbClr val="373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56032" y="1097280"/>
            <a:ext cx="16459" cy="5074920"/>
          </a:xfrm>
          <a:prstGeom prst="rect">
            <a:avLst/>
          </a:prstGeom>
          <a:solidFill>
            <a:srgbClr val="B4B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9"/>
          </a:solidFill>
          <a:ln w="8890">
            <a:solidFill>
              <a:srgbClr val="B4B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F54"/>
                </a:solidFill>
              </a:defRPr>
            </a:pPr>
            <a:r>
              <a:rPr sz="2900" b="1">
                <a:solidFill>
                  <a:srgbClr val="202225"/>
                </a:solidFill>
                <a:latin typeface="Aptos Display"/>
              </a:rPr>
              <a:t>Secondary Region Recovery Environment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2307" y="1417320"/>
            <a:ext cx="3429000" cy="4297680"/>
          </a:xfrm>
          <a:prstGeom prst="roundRect">
            <a:avLst/>
          </a:prstGeom>
          <a:solidFill>
            <a:srgbClr val="F7F8F9"/>
          </a:solidFill>
          <a:ln w="8890">
            <a:solidFill>
              <a:srgbClr val="B4B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32307" y="1417320"/>
            <a:ext cx="3429000" cy="128016"/>
          </a:xfrm>
          <a:prstGeom prst="rect">
            <a:avLst/>
          </a:prstGeom>
          <a:solidFill>
            <a:srgbClr val="F7F8F9"/>
          </a:solidFill>
          <a:ln w="8890">
            <a:solidFill>
              <a:srgbClr val="B4B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0907" y="1737360"/>
            <a:ext cx="2971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82F54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Network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0907" y="2468880"/>
            <a:ext cx="2971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232B37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A secondary Azure Virtual Network provides connectivity for recovered workloads.</a:t>
            </a:r>
          </a:p>
          <a:p>
            <a:pPr>
              <a:spcAft>
                <a:spcPts val="900"/>
              </a:spcAft>
              <a:defRPr sz="1400">
                <a:solidFill>
                  <a:srgbClr val="232B37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The recovered tiers operate within the secondary environment.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1347" y="1417320"/>
            <a:ext cx="3429000" cy="4297680"/>
          </a:xfrm>
          <a:prstGeom prst="roundRect">
            <a:avLst/>
          </a:prstGeom>
          <a:solidFill>
            <a:srgbClr val="F7F8F9"/>
          </a:solidFill>
          <a:ln w="8890">
            <a:solidFill>
              <a:srgbClr val="B4B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81347" y="1417320"/>
            <a:ext cx="3429000" cy="128016"/>
          </a:xfrm>
          <a:prstGeom prst="rect">
            <a:avLst/>
          </a:prstGeom>
          <a:solidFill>
            <a:srgbClr val="F7F8F9"/>
          </a:solidFill>
          <a:ln w="8890">
            <a:solidFill>
              <a:srgbClr val="B4B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09947" y="1737360"/>
            <a:ext cx="2971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82F54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Compute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9947" y="2468880"/>
            <a:ext cx="2971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232B37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Protected VM workloads are recovered in the secondary region.</a:t>
            </a:r>
          </a:p>
          <a:p>
            <a:pPr>
              <a:spcAft>
                <a:spcPts val="900"/>
              </a:spcAft>
              <a:defRPr sz="1400">
                <a:solidFill>
                  <a:srgbClr val="232B37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Startup order follows the Recovery Plan.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0387" y="1417320"/>
            <a:ext cx="3429000" cy="4297680"/>
          </a:xfrm>
          <a:prstGeom prst="roundRect">
            <a:avLst/>
          </a:prstGeom>
          <a:solidFill>
            <a:srgbClr val="F7F8F9"/>
          </a:solidFill>
          <a:ln w="8890">
            <a:solidFill>
              <a:srgbClr val="B4B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130387" y="1417320"/>
            <a:ext cx="3429000" cy="128016"/>
          </a:xfrm>
          <a:prstGeom prst="rect">
            <a:avLst/>
          </a:prstGeom>
          <a:solidFill>
            <a:srgbClr val="F7F8F9"/>
          </a:solidFill>
          <a:ln w="8890">
            <a:solidFill>
              <a:srgbClr val="B4B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58987" y="1737360"/>
            <a:ext cx="2971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82F54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Application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8987" y="2468880"/>
            <a:ext cx="2971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232B37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The goal is restored application availability after the required tiers recover.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F7F8F9"/>
          </a:solidFill>
          <a:ln w="8890">
            <a:solidFill>
              <a:srgbClr val="B4B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247120" y="6665976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12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182880"/>
            <a:ext cx="914400" cy="50292"/>
          </a:xfrm>
          <a:prstGeom prst="rect">
            <a:avLst/>
          </a:prstGeom>
          <a:solidFill>
            <a:srgbClr val="373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229600" y="182880"/>
            <a:ext cx="3383280" cy="18288"/>
          </a:xfrm>
          <a:prstGeom prst="rect">
            <a:avLst/>
          </a:prstGeom>
          <a:solidFill>
            <a:srgbClr val="B4B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1475720" y="6473952"/>
            <a:ext cx="201168" cy="32004"/>
          </a:xfrm>
          <a:prstGeom prst="rect">
            <a:avLst/>
          </a:prstGeom>
          <a:solidFill>
            <a:srgbClr val="373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56032" y="1097280"/>
            <a:ext cx="16459" cy="5074920"/>
          </a:xfrm>
          <a:prstGeom prst="rect">
            <a:avLst/>
          </a:prstGeom>
          <a:solidFill>
            <a:srgbClr val="B4B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9"/>
          </a:solidFill>
          <a:ln w="8890">
            <a:solidFill>
              <a:srgbClr val="B4B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F54"/>
                </a:solidFill>
              </a:defRPr>
            </a:pPr>
            <a:r>
              <a:rPr sz="2900" b="1">
                <a:solidFill>
                  <a:srgbClr val="202225"/>
                </a:solidFill>
                <a:latin typeface="Aptos Display"/>
              </a:rPr>
              <a:t>Test Failover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F7F8F9"/>
          </a:solidFill>
          <a:ln w="8890">
            <a:solidFill>
              <a:srgbClr val="B4B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47120" y="6665976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13</a:t>
            </a:r>
          </a:p>
        </p:txBody>
      </p:sp>
      <p:graphicFrame>
        <p:nvGraphicFramePr>
          <p:cNvPr id="8" name="TextBox 3">
            <a:extLst>
              <a:ext uri="{FF2B5EF4-FFF2-40B4-BE49-F238E27FC236}">
                <a16:creationId xmlns:a16="http://schemas.microsoft.com/office/drawing/2014/main" id="{C410303E-287D-D9A3-B704-46A2318D37A2}"/>
              </a:ext>
            </a:extLst>
          </p:cNvPr>
          <p:cNvGraphicFramePr/>
          <p:nvPr/>
        </p:nvGraphicFramePr>
        <p:xfrm>
          <a:off x="822960" y="1325880"/>
          <a:ext cx="10515600" cy="47548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Rectangle 8"/>
          <p:cNvSpPr/>
          <p:nvPr/>
        </p:nvSpPr>
        <p:spPr>
          <a:xfrm>
            <a:off x="566928" y="182880"/>
            <a:ext cx="914400" cy="50292"/>
          </a:xfrm>
          <a:prstGeom prst="rect">
            <a:avLst/>
          </a:prstGeom>
          <a:solidFill>
            <a:srgbClr val="373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29600" y="182880"/>
            <a:ext cx="3383280" cy="18288"/>
          </a:xfrm>
          <a:prstGeom prst="rect">
            <a:avLst/>
          </a:prstGeom>
          <a:solidFill>
            <a:srgbClr val="B4B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1475720" y="6473952"/>
            <a:ext cx="201168" cy="32004"/>
          </a:xfrm>
          <a:prstGeom prst="rect">
            <a:avLst/>
          </a:prstGeom>
          <a:solidFill>
            <a:srgbClr val="373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56032" y="1097280"/>
            <a:ext cx="16459" cy="5074920"/>
          </a:xfrm>
          <a:prstGeom prst="rect">
            <a:avLst/>
          </a:prstGeom>
          <a:solidFill>
            <a:srgbClr val="B4B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F54"/>
                </a:solidFill>
              </a:defRPr>
            </a:pPr>
            <a:r>
              <a:rPr sz="2900" b="1">
                <a:solidFill>
                  <a:srgbClr val="202225"/>
                </a:solidFill>
                <a:latin typeface="Aptos Display"/>
              </a:rPr>
              <a:t>End-to-End Service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38631" y="2057400"/>
            <a:ext cx="1828800" cy="1051560"/>
          </a:xfrm>
          <a:prstGeom prst="roundRect">
            <a:avLst/>
          </a:prstGeom>
          <a:solidFill>
            <a:srgbClr val="F7F8F9"/>
          </a:solidFill>
          <a:ln w="8890">
            <a:solidFill>
              <a:srgbClr val="B4B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11783" y="2286000"/>
            <a:ext cx="1682496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82F54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Primary</a:t>
            </a:r>
            <a:br/>
            <a:r>
              <a:rPr sz="1700">
                <a:solidFill>
                  <a:srgbClr val="373A3E"/>
                </a:solidFill>
                <a:latin typeface="Aptos"/>
              </a:rPr>
              <a:t>Region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67431" y="2350008"/>
            <a:ext cx="29260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78D4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60039" y="2057400"/>
            <a:ext cx="1828800" cy="1051560"/>
          </a:xfrm>
          <a:prstGeom prst="roundRect">
            <a:avLst/>
          </a:prstGeom>
          <a:solidFill>
            <a:srgbClr val="F7F8F9"/>
          </a:solidFill>
          <a:ln w="8890">
            <a:solidFill>
              <a:srgbClr val="B4B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133191" y="2286000"/>
            <a:ext cx="1682496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82F54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Azure VMs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88839" y="2350008"/>
            <a:ext cx="29260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78D4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81447" y="2057400"/>
            <a:ext cx="1828800" cy="1051560"/>
          </a:xfrm>
          <a:prstGeom prst="roundRect">
            <a:avLst/>
          </a:prstGeom>
          <a:solidFill>
            <a:srgbClr val="F7F8F9"/>
          </a:solidFill>
          <a:ln w="8890">
            <a:solidFill>
              <a:srgbClr val="B4B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254599" y="2286000"/>
            <a:ext cx="1682496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82F54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ASR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10247" y="2350008"/>
            <a:ext cx="29260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78D4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02855" y="2057400"/>
            <a:ext cx="1828800" cy="1051560"/>
          </a:xfrm>
          <a:prstGeom prst="roundRect">
            <a:avLst/>
          </a:prstGeom>
          <a:solidFill>
            <a:srgbClr val="F7F8F9"/>
          </a:solidFill>
          <a:ln w="8890">
            <a:solidFill>
              <a:srgbClr val="B4B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76007" y="2286000"/>
            <a:ext cx="1682496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82F54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Recovery</a:t>
            </a:r>
            <a:br/>
            <a:r>
              <a:rPr sz="1700">
                <a:solidFill>
                  <a:srgbClr val="373A3E"/>
                </a:solidFill>
                <a:latin typeface="Aptos"/>
              </a:rPr>
              <a:t>Vault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31655" y="2350008"/>
            <a:ext cx="29260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78D4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24263" y="2057400"/>
            <a:ext cx="1828800" cy="1051560"/>
          </a:xfrm>
          <a:prstGeom prst="roundRect">
            <a:avLst/>
          </a:prstGeom>
          <a:solidFill>
            <a:srgbClr val="F7F8F9"/>
          </a:solidFill>
          <a:ln w="8890">
            <a:solidFill>
              <a:srgbClr val="B4B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497415" y="2286000"/>
            <a:ext cx="1682496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82F54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Secondary</a:t>
            </a:r>
            <a:br/>
            <a:r>
              <a:rPr sz="1700">
                <a:solidFill>
                  <a:srgbClr val="373A3E"/>
                </a:solidFill>
                <a:latin typeface="Aptos"/>
              </a:rPr>
              <a:t>Region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8631" y="3977639"/>
            <a:ext cx="1828800" cy="1051560"/>
          </a:xfrm>
          <a:prstGeom prst="roundRect">
            <a:avLst/>
          </a:prstGeom>
          <a:solidFill>
            <a:srgbClr val="F7F8F9"/>
          </a:solidFill>
          <a:ln w="8890">
            <a:solidFill>
              <a:srgbClr val="B4B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11783" y="4206240"/>
            <a:ext cx="1682496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82F54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Recovery</a:t>
            </a:r>
            <a:br/>
            <a:r>
              <a:rPr sz="1700">
                <a:solidFill>
                  <a:srgbClr val="373A3E"/>
                </a:solidFill>
                <a:latin typeface="Aptos"/>
              </a:rPr>
              <a:t>Plan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67431" y="4270248"/>
            <a:ext cx="29260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78D4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060039" y="3977639"/>
            <a:ext cx="1828800" cy="1051560"/>
          </a:xfrm>
          <a:prstGeom prst="roundRect">
            <a:avLst/>
          </a:prstGeom>
          <a:solidFill>
            <a:srgbClr val="F7F8F9"/>
          </a:solidFill>
          <a:ln w="8890">
            <a:solidFill>
              <a:srgbClr val="B4B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133191" y="4206240"/>
            <a:ext cx="1682496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82F54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Database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88839" y="4270248"/>
            <a:ext cx="29260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78D4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181447" y="3977639"/>
            <a:ext cx="1828800" cy="1051560"/>
          </a:xfrm>
          <a:prstGeom prst="roundRect">
            <a:avLst/>
          </a:prstGeom>
          <a:solidFill>
            <a:srgbClr val="F7F8F9"/>
          </a:solidFill>
          <a:ln w="8890">
            <a:solidFill>
              <a:srgbClr val="B4B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254599" y="4206240"/>
            <a:ext cx="1682496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82F54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Application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10247" y="4270248"/>
            <a:ext cx="29260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78D4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02855" y="3977639"/>
            <a:ext cx="1828800" cy="1051560"/>
          </a:xfrm>
          <a:prstGeom prst="roundRect">
            <a:avLst/>
          </a:prstGeom>
          <a:solidFill>
            <a:srgbClr val="F7F8F9"/>
          </a:solidFill>
          <a:ln w="8890">
            <a:solidFill>
              <a:srgbClr val="B4B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376007" y="4206240"/>
            <a:ext cx="1682496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82F54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Web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31655" y="4270248"/>
            <a:ext cx="29260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78D4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24263" y="3977639"/>
            <a:ext cx="1828800" cy="1051560"/>
          </a:xfrm>
          <a:prstGeom prst="roundRect">
            <a:avLst/>
          </a:prstGeom>
          <a:solidFill>
            <a:srgbClr val="F7F8F9"/>
          </a:solidFill>
          <a:ln w="8890">
            <a:solidFill>
              <a:srgbClr val="B4B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497415" y="4206240"/>
            <a:ext cx="1682496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82F54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Availability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F7F8F9"/>
          </a:solidFill>
          <a:ln w="8890">
            <a:solidFill>
              <a:srgbClr val="B4B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1247120" y="6665976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14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182880"/>
            <a:ext cx="914400" cy="50292"/>
          </a:xfrm>
          <a:prstGeom prst="rect">
            <a:avLst/>
          </a:prstGeom>
          <a:solidFill>
            <a:srgbClr val="373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229600" y="182880"/>
            <a:ext cx="3383280" cy="18288"/>
          </a:xfrm>
          <a:prstGeom prst="rect">
            <a:avLst/>
          </a:prstGeom>
          <a:solidFill>
            <a:srgbClr val="B4B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11475720" y="6473952"/>
            <a:ext cx="201168" cy="32004"/>
          </a:xfrm>
          <a:prstGeom prst="rect">
            <a:avLst/>
          </a:prstGeom>
          <a:solidFill>
            <a:srgbClr val="373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256032" y="1097280"/>
            <a:ext cx="16459" cy="5074920"/>
          </a:xfrm>
          <a:prstGeom prst="rect">
            <a:avLst/>
          </a:prstGeom>
          <a:solidFill>
            <a:srgbClr val="B4B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9"/>
          </a:solidFill>
          <a:ln w="8890">
            <a:solidFill>
              <a:srgbClr val="B4B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F54"/>
                </a:solidFill>
              </a:defRPr>
            </a:pPr>
            <a:r>
              <a:rPr sz="2900" b="1">
                <a:solidFill>
                  <a:srgbClr val="202225"/>
                </a:solidFill>
                <a:latin typeface="Aptos Display"/>
              </a:rPr>
              <a:t>Recovery Time Objective (RTO)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2307" y="1417320"/>
            <a:ext cx="3429000" cy="4297680"/>
          </a:xfrm>
          <a:prstGeom prst="roundRect">
            <a:avLst/>
          </a:prstGeom>
          <a:solidFill>
            <a:srgbClr val="F7F8F9"/>
          </a:solidFill>
          <a:ln w="8890">
            <a:solidFill>
              <a:srgbClr val="B4B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32307" y="1417320"/>
            <a:ext cx="3429000" cy="128016"/>
          </a:xfrm>
          <a:prstGeom prst="rect">
            <a:avLst/>
          </a:prstGeom>
          <a:solidFill>
            <a:srgbClr val="F7F8F9"/>
          </a:solidFill>
          <a:ln w="8890">
            <a:solidFill>
              <a:srgbClr val="B4B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0907" y="1737360"/>
            <a:ext cx="2971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82F54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Target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0907" y="2468880"/>
            <a:ext cx="2971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232B37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The project is designed to achieve an RTO of two hours or less.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1347" y="1417320"/>
            <a:ext cx="3429000" cy="4297680"/>
          </a:xfrm>
          <a:prstGeom prst="roundRect">
            <a:avLst/>
          </a:prstGeom>
          <a:solidFill>
            <a:srgbClr val="F7F8F9"/>
          </a:solidFill>
          <a:ln w="8890">
            <a:solidFill>
              <a:srgbClr val="B4B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81347" y="1417320"/>
            <a:ext cx="3429000" cy="128016"/>
          </a:xfrm>
          <a:prstGeom prst="rect">
            <a:avLst/>
          </a:prstGeom>
          <a:solidFill>
            <a:srgbClr val="F7F8F9"/>
          </a:solidFill>
          <a:ln w="8890">
            <a:solidFill>
              <a:srgbClr val="B4B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09947" y="1737360"/>
            <a:ext cx="2971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82F54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How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9947" y="2468880"/>
            <a:ext cx="2971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232B37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Replication and preconfigured recovery orchestration reduce the work required during a regional recovery.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0387" y="1417320"/>
            <a:ext cx="3429000" cy="4297680"/>
          </a:xfrm>
          <a:prstGeom prst="roundRect">
            <a:avLst/>
          </a:prstGeom>
          <a:solidFill>
            <a:srgbClr val="F7F8F9"/>
          </a:solidFill>
          <a:ln w="8890">
            <a:solidFill>
              <a:srgbClr val="B4B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130387" y="1417320"/>
            <a:ext cx="3429000" cy="128016"/>
          </a:xfrm>
          <a:prstGeom prst="rect">
            <a:avLst/>
          </a:prstGeom>
          <a:solidFill>
            <a:srgbClr val="F7F8F9"/>
          </a:solidFill>
          <a:ln w="8890">
            <a:solidFill>
              <a:srgbClr val="B4B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58987" y="1737360"/>
            <a:ext cx="2971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82F54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Measure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8987" y="2468880"/>
            <a:ext cx="2971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232B37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Test Failover provides a controlled way to validate the recovery process and identify issues before production use.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F7F8F9"/>
          </a:solidFill>
          <a:ln w="8890">
            <a:solidFill>
              <a:srgbClr val="B4B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247120" y="6665976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15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182880"/>
            <a:ext cx="914400" cy="50292"/>
          </a:xfrm>
          <a:prstGeom prst="rect">
            <a:avLst/>
          </a:prstGeom>
          <a:solidFill>
            <a:srgbClr val="373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229600" y="182880"/>
            <a:ext cx="3383280" cy="18288"/>
          </a:xfrm>
          <a:prstGeom prst="rect">
            <a:avLst/>
          </a:prstGeom>
          <a:solidFill>
            <a:srgbClr val="B4B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1475720" y="6473952"/>
            <a:ext cx="201168" cy="32004"/>
          </a:xfrm>
          <a:prstGeom prst="rect">
            <a:avLst/>
          </a:prstGeom>
          <a:solidFill>
            <a:srgbClr val="373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56032" y="1097280"/>
            <a:ext cx="16459" cy="5074920"/>
          </a:xfrm>
          <a:prstGeom prst="rect">
            <a:avLst/>
          </a:prstGeom>
          <a:solidFill>
            <a:srgbClr val="B4B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9"/>
          </a:solidFill>
          <a:ln w="8890">
            <a:solidFill>
              <a:srgbClr val="B4B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F54"/>
                </a:solidFill>
              </a:defRPr>
            </a:pPr>
            <a:r>
              <a:rPr sz="2900" b="1">
                <a:solidFill>
                  <a:srgbClr val="202225"/>
                </a:solidFill>
                <a:latin typeface="Aptos Display"/>
              </a:rPr>
              <a:t>Benefits of the 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232B37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Business continuity during a regional Azure failure.</a:t>
            </a:r>
          </a:p>
          <a:p>
            <a:pPr>
              <a:spcAft>
                <a:spcPts val="1000"/>
              </a:spcAft>
              <a:defRPr sz="2000" b="0">
                <a:solidFill>
                  <a:srgbClr val="232B37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Automated and dependency-aware recovery using Recovery Plans.</a:t>
            </a:r>
          </a:p>
          <a:p>
            <a:pPr>
              <a:spcAft>
                <a:spcPts val="1000"/>
              </a:spcAft>
              <a:defRPr sz="2000" b="0">
                <a:solidFill>
                  <a:srgbClr val="232B37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Continuous replication of protected VM workloads.</a:t>
            </a:r>
          </a:p>
          <a:p>
            <a:pPr>
              <a:spcAft>
                <a:spcPts val="1000"/>
              </a:spcAft>
              <a:defRPr sz="2000" b="0">
                <a:solidFill>
                  <a:srgbClr val="232B37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Testable recovery process through isolated Test Failover.</a:t>
            </a:r>
          </a:p>
          <a:p>
            <a:pPr>
              <a:spcAft>
                <a:spcPts val="1000"/>
              </a:spcAft>
              <a:defRPr sz="2000" b="0">
                <a:solidFill>
                  <a:srgbClr val="232B37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Centralized DR management through Recovery Services Vault.</a:t>
            </a:r>
          </a:p>
          <a:p>
            <a:pPr>
              <a:spcAft>
                <a:spcPts val="1000"/>
              </a:spcAft>
              <a:defRPr sz="2000" b="0">
                <a:solidFill>
                  <a:srgbClr val="232B37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Structured recovery of a three-tier application rather than independent VM recovery.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F7F8F9"/>
          </a:solidFill>
          <a:ln w="8890">
            <a:solidFill>
              <a:srgbClr val="B4B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47120" y="6665976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rPr sz="1700">
                <a:solidFill>
                  <a:srgbClr val="373A3E"/>
                </a:solidFill>
                <a:latin typeface="Aptos"/>
              </a:rPr>
              <a:t>16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82880"/>
            <a:ext cx="914400" cy="50292"/>
          </a:xfrm>
          <a:prstGeom prst="rect">
            <a:avLst/>
          </a:prstGeom>
          <a:solidFill>
            <a:srgbClr val="373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29600" y="182880"/>
            <a:ext cx="3383280" cy="18288"/>
          </a:xfrm>
          <a:prstGeom prst="rect">
            <a:avLst/>
          </a:prstGeom>
          <a:solidFill>
            <a:srgbClr val="B4B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475720" y="6473952"/>
            <a:ext cx="201168" cy="32004"/>
          </a:xfrm>
          <a:prstGeom prst="rect">
            <a:avLst/>
          </a:prstGeom>
          <a:solidFill>
            <a:srgbClr val="373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56032" y="1097280"/>
            <a:ext cx="16459" cy="5074920"/>
          </a:xfrm>
          <a:prstGeom prst="rect">
            <a:avLst/>
          </a:prstGeom>
          <a:solidFill>
            <a:srgbClr val="B4B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2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6035040"/>
            <a:ext cx="4114800" cy="822960"/>
          </a:xfrm>
          <a:prstGeom prst="rect">
            <a:avLst/>
          </a:prstGeom>
          <a:solidFill>
            <a:srgbClr val="373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595360" y="4480560"/>
            <a:ext cx="3566160" cy="2377440"/>
          </a:xfrm>
          <a:prstGeom prst="rect">
            <a:avLst/>
          </a:prstGeom>
          <a:solidFill>
            <a:srgbClr val="373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875520" y="914400"/>
            <a:ext cx="2286000" cy="2834640"/>
          </a:xfrm>
          <a:prstGeom prst="rect">
            <a:avLst/>
          </a:prstGeom>
          <a:solidFill>
            <a:srgbClr val="696D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961120" y="0"/>
            <a:ext cx="3474720" cy="1005840"/>
          </a:xfrm>
          <a:prstGeom prst="rect">
            <a:avLst/>
          </a:prstGeom>
          <a:solidFill>
            <a:srgbClr val="373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73A3E"/>
          </a:solidFill>
          <a:ln w="6350">
            <a:solidFill>
              <a:srgbClr val="B4B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  <a:latin typeface="Aptos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743200"/>
            <a:ext cx="9875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>
                <a:solidFill>
                  <a:srgbClr val="DCEBFA"/>
                </a:solidFill>
              </a:defRPr>
            </a:pPr>
            <a:r>
              <a:rPr>
                <a:solidFill>
                  <a:srgbClr val="FFFFFF"/>
                </a:solidFill>
                <a:latin typeface="Aptos"/>
              </a:rPr>
              <a:t>Azure Site Recovery integrates replication, centralized management, dependency-aware recovery and test failover to provide a structured disaster recovery solution for a three-tier business application.</a:t>
            </a:r>
          </a:p>
          <a:p>
            <a:pPr algn="ctr">
              <a:defRPr sz="2600" b="1"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  <a:latin typeface="Aptos"/>
              </a:rPr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373A3E"/>
          </a:solidFill>
          <a:ln w="6350">
            <a:solidFill>
              <a:srgbClr val="B4B8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832</Words>
  <Application>Microsoft Office PowerPoint</Application>
  <PresentationFormat>Widescreen</PresentationFormat>
  <Paragraphs>147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Kukkapalli Yeswanth</cp:lastModifiedBy>
  <cp:revision>3</cp:revision>
  <dcterms:created xsi:type="dcterms:W3CDTF">2013-01-27T09:14:16Z</dcterms:created>
  <dcterms:modified xsi:type="dcterms:W3CDTF">2026-09-30T02:42:13Z</dcterms:modified>
  <cp:category/>
</cp:coreProperties>
</file>